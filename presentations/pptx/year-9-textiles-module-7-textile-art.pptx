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d168116a34447b" /><Relationship Type="http://schemas.openxmlformats.org/officeDocument/2006/relationships/extended-properties" Target="/docProps/app.xml" Id="R4b4d34a29dc24c89" /><Relationship Type="http://schemas.openxmlformats.org/officeDocument/2006/relationships/officeDocument" Target="/ppt/presentation.xml" Id="R29d17aaa0c6f4d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5a4eef51854f9e"/>
  </p:sldMasterIdLst>
  <p:notesMasterIdLst>
    <p:notesMasterId xmlns:r="http://schemas.openxmlformats.org/officeDocument/2006/relationships" r:id="Rc1abc631df9242cc"/>
  </p:notesMasterIdLst>
  <p:sldIdLst>
    <p:sldId xmlns:r="http://schemas.openxmlformats.org/officeDocument/2006/relationships" id="256" r:id="R721ab2bf72284653"/>
    <p:sldId xmlns:r="http://schemas.openxmlformats.org/officeDocument/2006/relationships" id="257" r:id="R35a352fe629042fc"/>
    <p:sldId xmlns:r="http://schemas.openxmlformats.org/officeDocument/2006/relationships" id="258" r:id="Rff82b2f245fe4e13"/>
    <p:sldId xmlns:r="http://schemas.openxmlformats.org/officeDocument/2006/relationships" id="259" r:id="R7ee2463358bf4d2a"/>
    <p:sldId xmlns:r="http://schemas.openxmlformats.org/officeDocument/2006/relationships" id="260" r:id="Rb3063fde3ef847da"/>
    <p:sldId xmlns:r="http://schemas.openxmlformats.org/officeDocument/2006/relationships" id="261" r:id="R6aacebb42bae4a35"/>
    <p:sldId xmlns:r="http://schemas.openxmlformats.org/officeDocument/2006/relationships" id="262" r:id="Rd73697a205f942fc"/>
    <p:sldId xmlns:r="http://schemas.openxmlformats.org/officeDocument/2006/relationships" id="263" r:id="R6bed0c85f93e47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176f1a02cd4a49" /><Relationship Type="http://schemas.openxmlformats.org/officeDocument/2006/relationships/slideMaster" Target="/ppt/slideMasters/slideMaster1.xml" Id="R005a4eef51854f9e" /><Relationship Type="http://schemas.openxmlformats.org/officeDocument/2006/relationships/notesMaster" Target="/ppt/notesMasters/notesMaster1.xml" Id="Rc1abc631df9242cc" /><Relationship Type="http://schemas.openxmlformats.org/officeDocument/2006/relationships/presProps" Target="/ppt/presProps.xml" Id="R571bdeba1e244cd7" /><Relationship Type="http://schemas.openxmlformats.org/officeDocument/2006/relationships/tableStyles" Target="/ppt/tableStyles.xml" Id="R340df232d8a745ac" /><Relationship Type="http://schemas.openxmlformats.org/officeDocument/2006/relationships/slide" Target="/ppt/slides/slide1.xml" Id="R721ab2bf72284653" /><Relationship Type="http://schemas.openxmlformats.org/officeDocument/2006/relationships/slide" Target="/ppt/slides/slide2.xml" Id="R35a352fe629042fc" /><Relationship Type="http://schemas.openxmlformats.org/officeDocument/2006/relationships/slide" Target="/ppt/slides/slide3.xml" Id="Rff82b2f245fe4e13" /><Relationship Type="http://schemas.openxmlformats.org/officeDocument/2006/relationships/slide" Target="/ppt/slides/slide4.xml" Id="R7ee2463358bf4d2a" /><Relationship Type="http://schemas.openxmlformats.org/officeDocument/2006/relationships/slide" Target="/ppt/slides/slide5.xml" Id="Rb3063fde3ef847da" /><Relationship Type="http://schemas.openxmlformats.org/officeDocument/2006/relationships/slide" Target="/ppt/slides/slide6.xml" Id="R6aacebb42bae4a35" /><Relationship Type="http://schemas.openxmlformats.org/officeDocument/2006/relationships/slide" Target="/ppt/slides/slide7.xml" Id="Rd73697a205f942fc" /><Relationship Type="http://schemas.openxmlformats.org/officeDocument/2006/relationships/slide" Target="/ppt/slides/slide8.xml" Id="R6bed0c85f93e47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425c9efee045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29c94a6e694760" /><Relationship Type="http://schemas.openxmlformats.org/officeDocument/2006/relationships/notesMaster" Target="/ppt/notesMasters/notesMaster1.xml" Id="R91799afaf3e341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e070f05fc44d81" /><Relationship Type="http://schemas.openxmlformats.org/officeDocument/2006/relationships/notesMaster" Target="/ppt/notesMasters/notesMaster1.xml" Id="R2615778041f546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f0fd29544e4848" /><Relationship Type="http://schemas.openxmlformats.org/officeDocument/2006/relationships/notesMaster" Target="/ppt/notesMasters/notesMaster1.xml" Id="R8386bf17e8414b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f094b7ecdb4226" /><Relationship Type="http://schemas.openxmlformats.org/officeDocument/2006/relationships/notesMaster" Target="/ppt/notesMasters/notesMaster1.xml" Id="R6722efa362d84c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a255ce056b4db4" /><Relationship Type="http://schemas.openxmlformats.org/officeDocument/2006/relationships/notesMaster" Target="/ppt/notesMasters/notesMaster1.xml" Id="R9f4a60bace0741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ea808d3e9843d7" /><Relationship Type="http://schemas.openxmlformats.org/officeDocument/2006/relationships/notesMaster" Target="/ppt/notesMasters/notesMaster1.xml" Id="R948cc91fcd0d43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f012ba7ac3472e" /><Relationship Type="http://schemas.openxmlformats.org/officeDocument/2006/relationships/notesMaster" Target="/ppt/notesMasters/notesMaster1.xml" Id="R46628bae183c4d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af4a31f7a644c7" /><Relationship Type="http://schemas.openxmlformats.org/officeDocument/2006/relationships/notesMaster" Target="/ppt/notesMasters/notesMaster1.xml" Id="Reb959375929f45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7, module summary and evidence sequence.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assets/visuals/textile-art-techniques.svg, source-bound course artwork rasterised for PowerPoint.</a:t>
            </a:r>
          </a:p>
          <a:p xmlns:a="http://schemas.openxmlformats.org/drawingml/2006/main">
            <a:r>
              <a:t>Source boundary: the assessed textile-art theme is Teacher to confirm because supplied sources conflict.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State the module purpose. Ask students which part of the topic feels familiar and which part is new.</a:t>
            </a:r>
          </a:p>
          <a:p xmlns:a="http://schemas.openxmlformats.org/drawingml/2006/main">
            <a:r>
              <a:t>Slide 1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7, all three section titles and first facts.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assets/visuals/textiles-course-hero.svg, source-bound course artwork rasterised for PowerPoint.</a:t>
            </a:r>
          </a:p>
          <a:p xmlns:a="http://schemas.openxmlformats.org/drawingml/2006/main">
            <a:r>
              <a:t>Source boundary: the assessed textile-art theme is Teacher to confirm because supplied sources conflict.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Give students 30 seconds of silent retrieval, then connect their responses to the three-part learning map.</a:t>
            </a:r>
          </a:p>
          <a:p xmlns:a="http://schemas.openxmlformats.org/drawingml/2006/main">
            <a:r>
              <a:t>Slide 2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7, Section 1: Exploring textile-art techniques.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the assessed textile-art theme is Teacher to confirm because supplied sources conflict.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3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7, Section 2: Developing an original textile-art design.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assets/visuals/design-elements.svg, source-bound course artwork rasterised for PowerPoint.</a:t>
            </a:r>
          </a:p>
          <a:p xmlns:a="http://schemas.openxmlformats.org/drawingml/2006/main">
            <a:r>
              <a:t>Source boundary: the assessed textile-art theme is Teacher to confirm because supplied sources conflict.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4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7, Section 3: Production drawing, making and evaluation.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assets/visuals/evaluation-cycle.svg, source-bound course artwork rasterised for PowerPoint.</a:t>
            </a:r>
          </a:p>
          <a:p xmlns:a="http://schemas.openxmlformats.org/drawingml/2006/main">
            <a:r>
              <a:t>Source boundary: the assessed textile-art theme is Teacher to confirm because supplied sources conflict.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5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7, retrieval questions generated from the first fact in each section.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the assessed textile-art theme is Teacher to confirm because supplied sources conflict.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Keep the first attempt closed-book. Accuracy improves when students check and visibly correct the response afterwards.</a:t>
            </a:r>
          </a:p>
          <a:p xmlns:a="http://schemas.openxmlformats.org/drawingml/2006/main">
            <a:r>
              <a:t>Slide 6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7, Section 3 evidence prompt plus the course response scaffold.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the assessed textile-art theme is Teacher to confirm because supplied sources conflict.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Model the four-step process aloud. Students should be able to point to the fact and the explanation in their finished response.</a:t>
            </a:r>
          </a:p>
          <a:p xmlns:a="http://schemas.openxmlformats.org/drawingml/2006/main">
            <a:r>
              <a:t>Slide 7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7, module evidence summary and student next step.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the assessed textile-art theme is Teacher to confirm because supplied sources conflict.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Collect a brief spoken or written exit response. Remind students that the website and teacher directions control the practical next step.</a:t>
            </a:r>
          </a:p>
          <a:p xmlns:a="http://schemas.openxmlformats.org/drawingml/2006/main">
            <a:r>
              <a:t>Slide 8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be30beee444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8ec52428be43e0" /><Relationship Type="http://schemas.openxmlformats.org/officeDocument/2006/relationships/slideLayout" Target="/ppt/slideLayouts/slideLayout1.xml" Id="R1cf4152feb2342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f4152feb2342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322b44c4348e0" /><Relationship Type="http://schemas.openxmlformats.org/officeDocument/2006/relationships/image" Target="/ppt/media/image.png" Id="Ra7c3083fa1b04f29" /><Relationship Type="http://schemas.openxmlformats.org/officeDocument/2006/relationships/notesSlide" Target="/ppt/notesSlides/notesSlide1.xml" Id="Rfc835d7f862241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f2cde20b64e40" /><Relationship Type="http://schemas.openxmlformats.org/officeDocument/2006/relationships/image" Target="/ppt/media/image2.png" Id="R4efdd11357a34774" /><Relationship Type="http://schemas.openxmlformats.org/officeDocument/2006/relationships/notesSlide" Target="/ppt/notesSlides/notesSlide2.xml" Id="R3527c393dd1641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c12aa9aea4490" /><Relationship Type="http://schemas.openxmlformats.org/officeDocument/2006/relationships/notesSlide" Target="/ppt/notesSlides/notesSlide3.xml" Id="R9bd551bc97eb46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e98e5819f42e2" /><Relationship Type="http://schemas.openxmlformats.org/officeDocument/2006/relationships/image" Target="/ppt/media/image3.png" Id="R32572544940f48ab" /><Relationship Type="http://schemas.openxmlformats.org/officeDocument/2006/relationships/notesSlide" Target="/ppt/notesSlides/notesSlide4.xml" Id="R9e3ff822ceba49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ce2c1dd694e6d" /><Relationship Type="http://schemas.openxmlformats.org/officeDocument/2006/relationships/image" Target="/ppt/media/image4.png" Id="R1774f23785e843e0" /><Relationship Type="http://schemas.openxmlformats.org/officeDocument/2006/relationships/notesSlide" Target="/ppt/notesSlides/notesSlide5.xml" Id="R47cb8969a9f543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ef341d79b4a2c" /><Relationship Type="http://schemas.openxmlformats.org/officeDocument/2006/relationships/notesSlide" Target="/ppt/notesSlides/notesSlide6.xml" Id="R6cad2824af5c4f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a4d0dbb344097" /><Relationship Type="http://schemas.openxmlformats.org/officeDocument/2006/relationships/notesSlide" Target="/ppt/notesSlides/notesSlide7.xml" Id="Re7c22e5c5c4046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01e2993b14ee6" /><Relationship Type="http://schemas.openxmlformats.org/officeDocument/2006/relationships/notesSlide" Target="/ppt/notesSlides/notesSlide8.xml" Id="R311335c97d4d48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A6CCD-BFF1-4D5B-8DD1-F3CF8E0F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1CB79-A5B8-442D-B52C-A1F2F78D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45524-CE2A-47EE-847E-44FA22C1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D812C-8719-4E21-BCA5-23CA6B72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334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YEAR 9 TEXTILES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52F39-299F-485E-85D3-F32A7E58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90537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Textile art: ideas to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98125-52AD-4282-8E2E-35BDB077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27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Explore textile-art techniques, develop an original concept for the teacher-confirmed theme and document a controlled production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6D0EE-B5CA-432F-9D43-4373B5AD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1782F-CE19-46E3-ADB9-02A365B2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483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1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TODAY: understand → retrieve → explain → save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585C0-0570-4299-9D65-008B36A3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19150"/>
            <a:ext cx="5353050" cy="4933950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3083fa1b04f29"/>
          <a:stretch xmlns:a="http://schemas.openxmlformats.org/drawingml/2006/main"/>
        </p:blipFill>
        <p:spPr>
          <a:xfrm xmlns:a="http://schemas.openxmlformats.org/drawingml/2006/main">
            <a:off x="6381750" y="2266156"/>
            <a:ext cx="4895850" cy="2039938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A2010-E433-4F2B-B464-80CD8785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2111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2019F-8987-4C3D-9EDE-27CF7F51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5B944-DFB9-4074-B870-74D3892F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LEARNING MAP + RETRIEVAL STARTER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DE89D-51DA-4C45-AD2C-19B85BB3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Three ideas to connect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44B94-003F-43BD-BB75-6408320A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A52BC-F302-4D12-9BE1-06DA7D72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28520-9EB1-42A9-B457-F9A6B85D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71E75-CAF6-4A62-B34A-0BFE0917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9B244-10A1-4E50-86C2-DA02F456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DF9D9-670A-461E-A492-0C2249C2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Exploring textile-art techniques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91B93-A397-42E8-BC83-2AE70307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1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Technique samples record process, materials, result and possible use.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3D7EB-339D-420A-915A-880D06E6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C50AB-032B-4C3B-B61C-9A6803FE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ABD76-F663-467A-98E2-63F293C7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Developing an original textile-art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1C07C-D829-4EE2-8B61-A2D8740F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current assessed theme must be confirmed by the teacher.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1B4FE-DEE9-456D-B8EF-40584F73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C3505-A1E4-4DF3-9BD1-F98D8400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12178-4183-46FC-B0AB-88FB890F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Production drawing, making and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95418-4075-4A2E-8C7B-F1BAFFB5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production drawing clearly communicates the intended textile item.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A831A-72AD-42D7-810B-9DB0DC47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257550" cy="32766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dd11357a34774"/>
          <a:stretch xmlns:a="http://schemas.openxmlformats.org/drawingml/2006/main"/>
        </p:blipFill>
        <p:spPr>
          <a:xfrm xmlns:a="http://schemas.openxmlformats.org/drawingml/2006/main">
            <a:off x="8714014" y="1885950"/>
            <a:ext cx="2326821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FC6BC-F1BD-4AFB-949E-6534DA1D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RETRIEVE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9FD01-E931-4D7A-99C7-37806C4F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Without notes: say one fact you already know and one question you need answered.</a:t>
            </a:r>
          </a:p>
        </p:txBody>
      </p:sp>
    </p:spTree>
    <p:extLst>
      <p:ext uri="{BB962C8B-B14F-4D97-AF65-F5344CB8AC3E}">
        <p14:creationId xmlns:p14="http://schemas.microsoft.com/office/powerpoint/2010/main" val="1229516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6CB40-61B6-4422-9154-745FBDE6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D14C1-9B89-46E2-8207-8FF8D0CE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0F62D-81F7-4062-91A6-F81CEC77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Exploring textile-art techniques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FE1C9-9CD8-4B3A-A626-7A9C74C8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A60CD-7003-434F-87DA-967FB2DE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49CBF-A034-433E-B619-36BA9BC9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89F58-6B16-4EF4-8C1E-E6505AA5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610E6-BDC3-4405-8489-E5EC72E5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5D059-62AB-4286-92E2-96A9DF63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7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Technique samples record process, materials, result and possible use.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They turn experimentation into evidence for later design decisions.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Appliqué adds fabric shapes to a base fabric.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Layered shapes can build colour, form and imagery.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Couching secures a yarn or cord on the surface.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It can create controlled lines and texture without pulling the yarn through every stitch.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74180-F569-476A-9FD5-A34450C9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5031C-88BB-4865-9B3E-171DB7BD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552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DEB29-5899-4DF4-ACD5-ADC31C03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97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C046A-C4DC-414B-A12E-7DFA334A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Technique samples record process, materials, result and possible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1917B-76B4-4900-8FA3-7420FFF7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552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61308-4CF8-4256-A228-540ECF75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05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BEC77-003C-4D52-B3D0-DA3D822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Appliqué adds fabric shapes to a base fabric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726F3-182A-4645-A092-80190A68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552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ABDD4-EBA6-445E-9C0E-CD157328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00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8C88D-E988-4E17-BB5D-F195A2EF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Couching secures a yarn or cord on the surface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AE170-06C9-4CBF-884B-9C65B4EA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36766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519DE-2802-43D7-8CEC-C71E1B34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720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 THE IDEA — DO NOT JUST LIST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1ACA2-F052-4620-BC15-257A341E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976AD-3D90-4D97-A106-BE94E004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3BA2F-9D99-4E92-A05C-4C9E0022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Select four explored techniques and explain what each could contribute to a textile artwork for the teacher-confirmed theme.</a:t>
            </a:r>
          </a:p>
        </p:txBody>
      </p:sp>
    </p:spTree>
    <p:extLst>
      <p:ext uri="{BB962C8B-B14F-4D97-AF65-F5344CB8AC3E}">
        <p14:creationId xmlns:p14="http://schemas.microsoft.com/office/powerpoint/2010/main" val="2145324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1D36B-7F6C-4531-B540-DB88B74E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38740-D25D-49F0-B3EB-408A6F1F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D1A78-2A3C-49C8-9D5E-B1029E89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Developing an original textile-art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79A0E-239A-4663-97AC-3B2C8847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1A09D-0A9D-4C7D-9AEF-D5F855B4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3B749-6A41-4C06-8C94-5EFD618E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0FDCA-253D-4E97-B04A-D4218251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316BA-9EE1-4EAD-B9BA-26999FEB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BD9CC-55FC-40E4-9CCF-0E4E2420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current assessed theme must be confirmed by the teacher.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supplied task sources conflict, so the deck cannot choose the controlling fact.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mood board establishes colour, imagery, texture and atmosphere.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It gives a coherent source base for original idea development.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Two ideas should be compared before final selection.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Comparison helps improve originality and achievable technique 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8EB8D-2A8F-4CCC-9E88-7B20082E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72544940f48ab"/>
          <a:stretch xmlns:a="http://schemas.openxmlformats.org/drawingml/2006/main"/>
        </p:blipFill>
        <p:spPr>
          <a:xfrm xmlns:a="http://schemas.openxmlformats.org/drawingml/2006/main">
            <a:off x="91440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18576-C0C3-4E1E-A10C-7787E9FC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9C20A-3384-44D4-BE0D-93290545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CA8A0-D113-43A5-B17F-0117A546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51923-CFBE-4240-B3A8-2DDAD93F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Develop a concept statement for the teacher-confirmed theme and justify the selected imagery, colour and four techniques.</a:t>
            </a:r>
          </a:p>
        </p:txBody>
      </p:sp>
    </p:spTree>
    <p:extLst>
      <p:ext uri="{BB962C8B-B14F-4D97-AF65-F5344CB8AC3E}">
        <p14:creationId xmlns:p14="http://schemas.microsoft.com/office/powerpoint/2010/main" val="1455123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4E0CF-D878-4B74-B2DD-BF533C07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501B7-3393-4E8D-8AFA-D852FC42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21F3C-176C-4A0B-AD50-3F6751D6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Production drawing, making and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5C358-8B3C-4574-AFAE-CB567FC0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B5BC3-6ABC-413F-BD9B-8BAA32EA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9DA7E-47DD-494B-BB5E-C831ADA1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821A6-11E4-4B99-8E7B-346E7CED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D45B6-A859-42D4-BF2D-191E0946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775A9-DDF9-4708-8788-8C0A34F1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production drawing clearly communicates the intended textile item.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It connects design details, size, materials and technique locations.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Use real design dimensions rather than invented values.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drawing must match the student's actual planned item.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technique key explains symbols or labels on the drawing.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It helps the reader locate and understand planned processes.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0C3F7-1E94-4A00-9763-282666D5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4f23785e843e0"/>
          <a:stretch xmlns:a="http://schemas.openxmlformats.org/drawingml/2006/main"/>
        </p:blipFill>
        <p:spPr>
          <a:xfrm xmlns:a="http://schemas.openxmlformats.org/drawingml/2006/main">
            <a:off x="641985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F58F7-7DD1-486A-9B26-DDB5B428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26F47-5754-4FF6-B6AB-BA533122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A74FE-4BC0-46D4-93F7-49F8AF7F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0CB533-22A8-4120-AD95-DAA26EA5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Explain how your production drawing, construction sequence and evaluation will work together as evidence.</a:t>
            </a:r>
          </a:p>
        </p:txBody>
      </p:sp>
    </p:spTree>
    <p:extLst>
      <p:ext uri="{BB962C8B-B14F-4D97-AF65-F5344CB8AC3E}">
        <p14:creationId xmlns:p14="http://schemas.microsoft.com/office/powerpoint/2010/main" val="246448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6971E-37A5-44E8-AADA-15127A8B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2D5C0-351E-4B93-BBF3-2E57A8BE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NO NOTES FOR THE FIRST ATTEMPT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70F02-B13A-4732-9AF4-157A0676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Retrieve before you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0527B-D190-47AE-9E67-5D3522AF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1CC19-D5B9-4841-9578-4D6F5CAE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93931-5E8E-4C25-9558-E9EB51CC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AB83D-5060-41B3-BCE3-15AD2988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AB696-4375-4772-B09E-9ECE8E82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613ED-4E72-4B0D-98D6-493DC4F7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Exploring textile-art techniques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FEDCB-CCD3-4D28-A67A-51B29706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Define exploring textile-art techniques in your own words and give one course example.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C3346-56FE-4AF7-97E1-17056426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FE164-C7D2-4207-B4E2-E7CB199D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92D50-EC7F-4588-ADF3-6E4E4951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Developing an original textile-art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300E0-88D7-4A22-9ED2-A2CAD510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Why does developing an original textile-art design matter to a successful textile outcome?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95D99-DC12-4DFE-AB11-4505C8BF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DC06E-F7FA-41B4-BAD5-7E6AA6F3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E389D-C683-4343-BF57-8870250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Production drawing, making and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CC538-0F37-4D09-A64D-50CF24B9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What evidence would prove you understand production drawing, making and evaluation?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084DE-458D-4D33-9AEB-5A29D27F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Attempt → check the module → correct in a different colour</a:t>
            </a:r>
          </a:p>
        </p:txBody>
      </p:sp>
    </p:spTree>
    <p:extLst>
      <p:ext uri="{BB962C8B-B14F-4D97-AF65-F5344CB8AC3E}">
        <p14:creationId xmlns:p14="http://schemas.microsoft.com/office/powerpoint/2010/main" val="1516841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84F514-3559-4525-ACEA-D423B7DC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B3B5F-CE8F-4FED-AFA1-154E8804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READ → SELECT → EXPLAIN →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C79D4-35B2-4B28-A034-2AD725CF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Build one strong written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CB124-9D16-4532-8B4A-31A2A747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10835-95B8-4150-B7BD-F240BF2C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F6EFC-AAAE-46FD-88BD-DD8C3E56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BBE38-E10C-4150-BB87-5E04BA6E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0547B-10D0-4D27-8534-B668D07F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C7037-8A33-430D-9CCB-F7153F9E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907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Explain how your production drawing, construction sequence and evaluation will work together as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8EF50-00CB-49C4-B113-1DFA92B0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3FCE4-C97D-4A1C-A0F6-205F59C6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AE7F8-3D5A-47E5-A441-138D57E2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E9584-6871-4779-9A74-F990F753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Underline the action word and the exact topic.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00B8B-9A1E-4329-8265-C1CED5A3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75C6C-F000-4B05-AA12-66F4D3F3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0243B-4299-4A56-AFBF-EC1FC3CA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AA866-3A16-481A-AAAF-6382611F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Choose two or three course facts that answer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28062-A293-41EF-97F5-EEB852EF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5854F-E9E6-4924-AE40-0E4157CD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B0696-B54A-4B53-AEC9-653707EA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AF6D09-31F3-4432-B3DC-3EB7E29C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Link each fact to why it matters or what it proves.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41168-BF6D-4AC0-B027-D7670E8A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390DC7-9ED0-4F75-88A6-07B507B4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8CCAD-3C78-42ED-A9D1-FED8DBFE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47EE0-E18D-417F-ADC2-CD62454D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question; correct gaps and vague words.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DD3E2-36B9-41CE-B3E0-D3D55072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Strong responses use evidence and reasoning—not a copied paragraph.</a:t>
            </a:r>
          </a:p>
        </p:txBody>
      </p:sp>
    </p:spTree>
    <p:extLst>
      <p:ext uri="{BB962C8B-B14F-4D97-AF65-F5344CB8AC3E}">
        <p14:creationId xmlns:p14="http://schemas.microsoft.com/office/powerpoint/2010/main" val="16387249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2AF9E-6F87-4B68-9E3A-7AABC58C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51DF6-D106-4D57-BA45-2FAD76DA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EXIT TICKET +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45EA9-3DE0-43EA-BB9C-BEE5BB56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Finish with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A3C5A-1AE2-4D30-BFF5-101125E7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97406-5DC2-4A28-B7F9-98E30385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4DDFC-58E5-4C2B-98A4-1C0881B1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4AF64-7694-4551-ABE8-C2355BD8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35814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31EC8-EC9E-4345-866D-04BCFBFF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C77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C777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F576E-2605-4289-89A1-18B3286A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DB751-1B67-4CE4-90CB-BE2AAF4F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one idea you can now explain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C3832-562E-4D55-A5BB-0A17135A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165BA-F188-4CD8-9F05-A8C40E84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Identify one correction you made after retrieval.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75F9D-C34B-4C7E-85FA-499461DA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829E3-5B0A-43AA-820E-5E8358D4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the evidence you will save from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22A1B-4251-4E56-87B2-83353AE4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C364A-7316-4041-83C6-D18A1190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SAVE THIS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7A8B6-4AFC-4658-B1C1-90F896A9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43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Technique samples, mood board, two designs, final design, production drawing, resources, label and evaluation.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AD157-EE7F-4D4A-8064-6B2CBE89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52768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8BBFC-C29D-4134-A24D-012D02A7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08979-96EF-41AF-91B1-05F0B666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module page, complete the evidence prompt and use teacher directions for practical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751FA-4ACA-4616-903A-4A1937B8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Explain it. Check it. Save it.</a:t>
            </a:r>
          </a:p>
        </p:txBody>
      </p:sp>
    </p:spTree>
    <p:extLst>
      <p:ext uri="{BB962C8B-B14F-4D97-AF65-F5344CB8AC3E}">
        <p14:creationId xmlns:p14="http://schemas.microsoft.com/office/powerpoint/2010/main" val="1487020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2026-08-18T02:10:03.9840000Z</dcterms:created>
  <dcterms:modified xsi:type="dcterms:W3CDTF">2026-08-18T02:10:03.9840000Z</dcterms:modified>
</coreProperties>
</file>