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c3cff4a8345ba" /><Relationship Type="http://schemas.openxmlformats.org/officeDocument/2006/relationships/extended-properties" Target="/docProps/app.xml" Id="Rc027f7c6de504c9a" /><Relationship Type="http://schemas.openxmlformats.org/officeDocument/2006/relationships/officeDocument" Target="/ppt/presentation.xml" Id="R62065a9b0d1549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f66da7e66409b"/>
  </p:sldMasterIdLst>
  <p:notesMasterIdLst>
    <p:notesMasterId xmlns:r="http://schemas.openxmlformats.org/officeDocument/2006/relationships" r:id="Re9c0c8f48feb4106"/>
  </p:notesMasterIdLst>
  <p:sldIdLst>
    <p:sldId xmlns:r="http://schemas.openxmlformats.org/officeDocument/2006/relationships" id="256" r:id="R2b056a56bae3409f"/>
    <p:sldId xmlns:r="http://schemas.openxmlformats.org/officeDocument/2006/relationships" id="257" r:id="Ra4e032396b6c43f3"/>
    <p:sldId xmlns:r="http://schemas.openxmlformats.org/officeDocument/2006/relationships" id="258" r:id="R8d296685fe224280"/>
    <p:sldId xmlns:r="http://schemas.openxmlformats.org/officeDocument/2006/relationships" id="259" r:id="Racbfade1b34747f3"/>
    <p:sldId xmlns:r="http://schemas.openxmlformats.org/officeDocument/2006/relationships" id="260" r:id="R1b6e052c6bda4e45"/>
    <p:sldId xmlns:r="http://schemas.openxmlformats.org/officeDocument/2006/relationships" id="261" r:id="Rfa5c0776465c4b04"/>
    <p:sldId xmlns:r="http://schemas.openxmlformats.org/officeDocument/2006/relationships" id="262" r:id="Rb5d3d957a856498d"/>
    <p:sldId xmlns:r="http://schemas.openxmlformats.org/officeDocument/2006/relationships" id="263" r:id="R707bf354ea5b41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4b493dd35147ce" /><Relationship Type="http://schemas.openxmlformats.org/officeDocument/2006/relationships/slideMaster" Target="/ppt/slideMasters/slideMaster1.xml" Id="Rabbf66da7e66409b" /><Relationship Type="http://schemas.openxmlformats.org/officeDocument/2006/relationships/notesMaster" Target="/ppt/notesMasters/notesMaster1.xml" Id="Re9c0c8f48feb4106" /><Relationship Type="http://schemas.openxmlformats.org/officeDocument/2006/relationships/presProps" Target="/ppt/presProps.xml" Id="R195f3b04a9c3468e" /><Relationship Type="http://schemas.openxmlformats.org/officeDocument/2006/relationships/tableStyles" Target="/ppt/tableStyles.xml" Id="R7b9f0dd74300448b" /><Relationship Type="http://schemas.openxmlformats.org/officeDocument/2006/relationships/slide" Target="/ppt/slides/slide1.xml" Id="R2b056a56bae3409f" /><Relationship Type="http://schemas.openxmlformats.org/officeDocument/2006/relationships/slide" Target="/ppt/slides/slide2.xml" Id="Ra4e032396b6c43f3" /><Relationship Type="http://schemas.openxmlformats.org/officeDocument/2006/relationships/slide" Target="/ppt/slides/slide3.xml" Id="R8d296685fe224280" /><Relationship Type="http://schemas.openxmlformats.org/officeDocument/2006/relationships/slide" Target="/ppt/slides/slide4.xml" Id="Racbfade1b34747f3" /><Relationship Type="http://schemas.openxmlformats.org/officeDocument/2006/relationships/slide" Target="/ppt/slides/slide5.xml" Id="R1b6e052c6bda4e45" /><Relationship Type="http://schemas.openxmlformats.org/officeDocument/2006/relationships/slide" Target="/ppt/slides/slide6.xml" Id="Rfa5c0776465c4b04" /><Relationship Type="http://schemas.openxmlformats.org/officeDocument/2006/relationships/slide" Target="/ppt/slides/slide7.xml" Id="Rb5d3d957a856498d" /><Relationship Type="http://schemas.openxmlformats.org/officeDocument/2006/relationships/slide" Target="/ppt/slides/slide8.xml" Id="R707bf354ea5b41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0cb7e43e34a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252e0594b14de0" /><Relationship Type="http://schemas.openxmlformats.org/officeDocument/2006/relationships/notesMaster" Target="/ppt/notesMasters/notesMaster1.xml" Id="Ra483f4c95d9e42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c56ef099ba415e" /><Relationship Type="http://schemas.openxmlformats.org/officeDocument/2006/relationships/notesMaster" Target="/ppt/notesMasters/notesMaster1.xml" Id="Rbb4020647a9242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846d3c446485a" /><Relationship Type="http://schemas.openxmlformats.org/officeDocument/2006/relationships/notesMaster" Target="/ppt/notesMasters/notesMaster1.xml" Id="R6970e032ea3d4f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2e74c7dd7348a1" /><Relationship Type="http://schemas.openxmlformats.org/officeDocument/2006/relationships/notesMaster" Target="/ppt/notesMasters/notesMaster1.xml" Id="R3f26433cc6014d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dd5fb5e44342fd" /><Relationship Type="http://schemas.openxmlformats.org/officeDocument/2006/relationships/notesMaster" Target="/ppt/notesMasters/notesMaster1.xml" Id="R28e27c7bfd2a43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2c46b7398e4ba7" /><Relationship Type="http://schemas.openxmlformats.org/officeDocument/2006/relationships/notesMaster" Target="/ppt/notesMasters/notesMaster1.xml" Id="Reaca3a0fd47a4e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59fbe744cd44be" /><Relationship Type="http://schemas.openxmlformats.org/officeDocument/2006/relationships/notesMaster" Target="/ppt/notesMasters/notesMaster1.xml" Id="R0d9402f3c1c04a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d45348c9044bac" /><Relationship Type="http://schemas.openxmlformats.org/officeDocument/2006/relationships/notesMaster" Target="/ppt/notesMasters/notesMaster1.xml" Id="R884d15d01f03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module summary and evidence sequence.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assets/visuals/textiles-course-hero.svg,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State the module purpose. Ask students which part of the topic feels familiar and which part is new.</a:t>
            </a:r>
          </a:p>
          <a:p xmlns:a="http://schemas.openxmlformats.org/drawingml/2006/main">
            <a:r>
              <a:t>Slide 1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all three section titles and first facts.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assets/visuals/design-elements.svg,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Give students 30 seconds of silent retrieval, then connect their responses to the three-part learning map.</a:t>
            </a:r>
          </a:p>
          <a:p xmlns:a="http://schemas.openxmlformats.org/drawingml/2006/main">
            <a:r>
              <a:t>Slide 2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Section 1: Fibre classification and properties.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assets/visuals/garment-label.svg,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3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Section 2: From fibres to yarns.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4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Section 3: Woven, knitted and non-woven fabrics.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Local visual: assets/visuals/fibre-yarn-fabric.svg, source-bound course artwork rasterised for PowerPoint.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Teach the three points, then pause for students to answer the evidence prompt in one or two precise sentences.</a:t>
            </a:r>
          </a:p>
          <a:p xmlns:a="http://schemas.openxmlformats.org/drawingml/2006/main">
            <a:r>
              <a:t>Slide 5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retrieval questions generated from the first fact in each section.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Keep the first attempt closed-book. Accuracy improves when students check and visibly correct the response afterwards.</a:t>
            </a:r>
          </a:p>
          <a:p xmlns:a="http://schemas.openxmlformats.org/drawingml/2006/main">
            <a:r>
              <a:t>Slide 6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Section 3 evidence prompt plus the course response scaffold.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Model the four-step process aloud. Students should be able to point to the fact and the explanation in their finished response.</a:t>
            </a:r>
          </a:p>
          <a:p xmlns:a="http://schemas.openxmlformats.org/drawingml/2006/main">
            <a:r>
              <a:t>Slide 7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Website course data: assets/course-data.js, Module 4, module evidence summary and student next step.</a:t>
            </a:r>
          </a:p>
          <a:p xmlns:a="http://schemas.openxmlformats.org/drawingml/2006/main">
            <a:r>
              <a:t>Course authority: work/source-contract.md and work/source-audit.md.</a:t>
            </a:r>
          </a:p>
          <a:p xmlns:a="http://schemas.openxmlformats.org/drawingml/2006/main">
            <a:r>
              <a:t>Visual treatment: editable PowerPoint diagram generated only from the cited module facts.</a:t>
            </a:r>
          </a:p>
          <a:p xmlns:a="http://schemas.openxmlformats.org/drawingml/2006/main">
            <a:r>
              <a:t>Source boundary: exact practical settings, construction directions and current assessment arrangements remain teacher-controlled.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note: Collect a brief spoken or written exit response. Remind students that the website and teacher directions control the practical next step.</a:t>
            </a:r>
          </a:p>
          <a:p xmlns:a="http://schemas.openxmlformats.org/drawingml/2006/main">
            <a:r>
              <a:t>Slide 8 of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3afbbe31ba43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5b91486abf4c6f" /><Relationship Type="http://schemas.openxmlformats.org/officeDocument/2006/relationships/slideLayout" Target="/ppt/slideLayouts/slideLayout1.xml" Id="R0bc75c36b83d45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c75c36b83d45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69b1d80a54674" /><Relationship Type="http://schemas.openxmlformats.org/officeDocument/2006/relationships/image" Target="/ppt/media/image.png" Id="Rbeaababd4abd444b" /><Relationship Type="http://schemas.openxmlformats.org/officeDocument/2006/relationships/notesSlide" Target="/ppt/notesSlides/notesSlide1.xml" Id="Rba26d7dca59f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6fa5cded84ade" /><Relationship Type="http://schemas.openxmlformats.org/officeDocument/2006/relationships/image" Target="/ppt/media/image2.png" Id="R5ec34f29c3a541c8" /><Relationship Type="http://schemas.openxmlformats.org/officeDocument/2006/relationships/notesSlide" Target="/ppt/notesSlides/notesSlide2.xml" Id="R3e68817eb97e44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8cf64dbe34fcf" /><Relationship Type="http://schemas.openxmlformats.org/officeDocument/2006/relationships/image" Target="/ppt/media/image3.png" Id="Rbe1d1613dcb04d8d" /><Relationship Type="http://schemas.openxmlformats.org/officeDocument/2006/relationships/notesSlide" Target="/ppt/notesSlides/notesSlide3.xml" Id="R405692954f864a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77f33181846c3" /><Relationship Type="http://schemas.openxmlformats.org/officeDocument/2006/relationships/notesSlide" Target="/ppt/notesSlides/notesSlide4.xml" Id="R1a467e847b2545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4a0aef90e4457" /><Relationship Type="http://schemas.openxmlformats.org/officeDocument/2006/relationships/image" Target="/ppt/media/image4.png" Id="Rbb7b66f035684f02" /><Relationship Type="http://schemas.openxmlformats.org/officeDocument/2006/relationships/notesSlide" Target="/ppt/notesSlides/notesSlide5.xml" Id="Rd253002ea67344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2cac24dd3410a" /><Relationship Type="http://schemas.openxmlformats.org/officeDocument/2006/relationships/notesSlide" Target="/ppt/notesSlides/notesSlide6.xml" Id="Re5148fe069a643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b22dfe4dd4efa" /><Relationship Type="http://schemas.openxmlformats.org/officeDocument/2006/relationships/notesSlide" Target="/ppt/notesSlides/notesSlide7.xml" Id="R7e78c7a996e847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c13a9a1644dfa" /><Relationship Type="http://schemas.openxmlformats.org/officeDocument/2006/relationships/notesSlide" Target="/ppt/notesSlides/notesSlide8.xml" Id="R6cfdfe1ba86149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59CD9-CAA5-4BE1-82A0-EF8FB0F8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82035-676F-40D3-8659-35C5DE4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F05ED-2194-4612-A8C0-5BC358A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1587A-5465-4443-BE5D-8FEC420F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7334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YEAR 9 TEXTILES TECHNOLOGY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409D2-20CB-4E7B-A23B-5D7B4B0A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4905375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50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Fibres, yarns &amp; fabrics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FA5B3-BC06-4D73-AB57-E2761346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Trace the relationship from fibre to yarn to fabric and connect structure and properties to a suitable end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C9563-2C9A-4B22-8254-B0BB23B5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7625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6F01D-4F50-4467-A859-DBC9BECD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483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1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TODAY: understand → retrieve → explain → save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08221-9C7F-4237-A4DC-492213FE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19150"/>
            <a:ext cx="5353050" cy="4933950"/>
          </a:xfrm>
          <a:prstGeom xmlns:a="http://schemas.openxmlformats.org/drawingml/2006/main" prst="roundRect">
            <a:avLst>
              <a:gd name="adj" fmla="val 30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ababd4abd444b"/>
          <a:stretch xmlns:a="http://schemas.openxmlformats.org/drawingml/2006/main"/>
        </p:blipFill>
        <p:spPr>
          <a:xfrm xmlns:a="http://schemas.openxmlformats.org/drawingml/2006/main">
            <a:off x="6381750" y="1382183"/>
            <a:ext cx="4895850" cy="3807883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A51FC-214A-4375-9A3D-E84BF388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436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3844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722A8-A5BF-4A02-BEEB-912B3AF9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A838C-51E6-412C-BDCD-C8B1D50E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LEARNING MAP + RETRIEVAL STARTER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5ADB3-07B0-4CFC-9B13-9529279A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Three ideas to connect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BCCD3-7AC1-442C-B986-5B7F7BA1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FF2B-462D-429B-AB1F-931C75EE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CEE71-1699-4F9F-944B-D43153AB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800D3-D373-42D0-B3DA-B21CE60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BB51E-0E34-4C9E-8B60-8348EA9E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58F2C7-7D83-47A7-A884-27D7DAF4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85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Fibre classification and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DFB48-BD41-41F0-BD26-1C93B8E4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28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Fibres are raw materials used to make yarns and fabrics.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BA42A1-8338-48D6-83E4-553D0F96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99931-BDF7-46AE-9E52-7C797B90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62D796-803F-4231-A9A8-3B69C497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From fibres to yarns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78688-DC23-40DF-B1F2-D9A8B93DC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64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Staple fibres are short lengths and filament fibres are continuous lengths.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85902-CCB6-456B-AB6C-696588D6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B30FE7-92DA-460D-8456-AD757B40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843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A7F0E-2C30-4D79-A379-DA181392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71950"/>
            <a:ext cx="600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Woven, knitted and non-woven fabrics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B6023-727F-4304-B1DF-CDB7DC55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14850"/>
            <a:ext cx="600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Woven fabric interlaces warp and weft yarns.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1D75F-522E-4E6D-A5BF-989F8A2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33550"/>
            <a:ext cx="3257550" cy="32766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34f29c3a541c8"/>
          <a:stretch xmlns:a="http://schemas.openxmlformats.org/drawingml/2006/main"/>
        </p:blipFill>
        <p:spPr>
          <a:xfrm xmlns:a="http://schemas.openxmlformats.org/drawingml/2006/main">
            <a:off x="8496300" y="2215356"/>
            <a:ext cx="2762250" cy="1150938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68AE7-C699-4AE2-829C-9607C128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481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RETRIEVE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196EF-3662-4BD3-8EB1-5864E04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719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Without notes: say one fact you already know and one question you need answered.</a:t>
            </a:r>
          </a:p>
        </p:txBody>
      </p:sp>
    </p:spTree>
    <p:extLst>
      <p:ext uri="{BB962C8B-B14F-4D97-AF65-F5344CB8AC3E}">
        <p14:creationId xmlns:p14="http://schemas.microsoft.com/office/powerpoint/2010/main" val="1895211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44FFD-F9C5-4DE8-A96A-7C68764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6F1A5-7F9B-4884-AC34-7FD6A095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1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A44DF-D400-423E-A7AF-E63224FE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Fibre classification and properties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42D71-702C-49AA-B395-0AD508F3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335EE-0413-41A9-A8B4-E98B2839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885F4-CACA-4F7C-8295-FAFFDCC9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E5E5A-FA02-4BFA-B81B-D00CD8B2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D3FFE-95AE-4047-B6E4-7A2CF3AE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ABAF2-68C6-4818-8860-FD09AC98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Fibres are raw materials used to make yarns and fabrics.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Their characteristics influence the finished textile.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Natural and manufactured are the two main fibre classifications.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classification describes how fibres originate.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Plant fibres are commonly described as cellulose fibres.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Their material source is plant-based.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7572A-C91D-4FA0-A431-9BF3AB73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1d1613dcb04d8d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36C54-DA59-426F-8129-BF160C5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D93AFB-04D5-4252-83AA-74D5F35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B8DAE9-DB32-4E17-87B9-6EFC25CF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AB71D-1E70-4188-A7E8-59596789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Classify four fibres and explain how one fibre property makes a fabric suitable for a chosen item.</a:t>
            </a:r>
          </a:p>
        </p:txBody>
      </p:sp>
    </p:spTree>
    <p:extLst>
      <p:ext uri="{BB962C8B-B14F-4D97-AF65-F5344CB8AC3E}">
        <p14:creationId xmlns:p14="http://schemas.microsoft.com/office/powerpoint/2010/main" val="1757902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0C0437-C806-4A74-9550-07864374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9B1C0-5DFB-417E-B97E-57D63300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2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05C0F-C6E4-47E0-8EE0-1C04C0F0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From fibres to yarns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71FBA-B2F0-4E5A-99A0-866BB31B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44992-0A6D-4B38-B3AC-C3CCF8CB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971B-5A52-4EB2-B7F8-2FCAE38C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1322-8237-4663-89B5-255A9D88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25149-6E86-4111-9B8B-428EBBFEB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81A54-17E9-4D9D-87EA-47DF60CE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Staple fibres are short lengths and filament fibres are continuous lengths.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Fibre length changes how yarn is produced and behaves.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Spinning draws out fibres and adds twist.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Twist binds fibres into a usable yarn structure.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Higher twist generally produces a stronger yarn.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Tighter fibre binding improves cohesion.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5DC7C-DE57-4350-AEFD-B041B18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2CEE6F-97C4-455E-986E-4B9CD552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1CC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F88FC7-4792-4BC9-BADF-0A8ED3D9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97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981D2-B40B-4DED-B517-32073F4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Staple fibres are short lengths and filament fibres are continuous lengths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EB0A00-C97C-4392-9D3A-8A2AE0CD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D6ACF-B04D-4943-892D-D422CC0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05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56E2B-A3F4-4681-A627-130CAB85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5750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Spinning draws out fibres and adds twist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A1721-2328-4EC1-B678-2C8533F7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45529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E23439-0CC6-4030-9C9D-370B72C6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004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270DC7-0682-40EE-A54E-C74EEF48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52850"/>
            <a:ext cx="350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Higher twist generally produces a stronger yarn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94325D-0CB5-490D-968D-8DB132D6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05350"/>
            <a:ext cx="36766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61E29-6437-4923-8973-82758D75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7720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IDEA — DO NOT JUST LIST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D0E80-E28F-480D-84E9-97D1781B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B7CF6-75F3-49F7-8C9E-B59844FD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80EA3-0360-4EE7-8A0F-C10A868B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Explain the path from fibre to yarn and how changing twist or yarn structure can change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4926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AC72F-36D8-4475-9AEC-E05742C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67270-2FA9-4181-B9D1-8CB2971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THEORY 3 OF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0A3D9-A58E-4FF1-A484-B18DFCEC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Woven, knitted and non-woven fabrics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24561-CC3A-483A-8684-D2B48FC9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1FA0F-877B-408E-B2A2-2582FCC4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49EDF-9395-4CCF-8C9D-2AEA4B53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9A17D-AC74-4E98-BFDE-D048891E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A3571-1887-4FB8-97F3-2CDEA729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81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UNDERSTAND THE IDEA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49C33-60A9-4B88-8254-128519BD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78155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Woven fabric interlaces warp and weft yarns.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Two yarn systems cross to form the structure.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Warp runs along the fabric length and weft across its width.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The directional yarn systems define woven structure.</a:t>
            </a:r>
          </a:p>
          <a:p xmlns:a="http://schemas.openxmlformats.org/drawingml/2006/main">
            <a:pPr marL="28" indent="-18" algn="l">
              <a:spcAft>
                <a:spcPts val="12"/>
              </a:spcAft>
              <a:buChar char="•"/>
              <a:defRPr sz="1725" b="0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Plain, twill and satin or sateen are basic weave structures. </a:t>
            </a:r>
            <a:r>
              <a:rPr sz="1725" b="0">
                <a:solidFill>
                  <a:srgbClr val="2D2530"/>
                </a:solidFill>
                <a:latin typeface="Aptos"/>
                <a:ea typeface="Aptos"/>
                <a:cs typeface="Aptos"/>
              </a:rPr>
              <a:t>Changing the interlacing pattern changes fabric characteristics.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E5C268-B575-4040-92E0-E0489310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14950" cy="3219450"/>
          </a:xfrm>
          <a:prstGeom xmlns:a="http://schemas.openxmlformats.org/drawingml/2006/main" prst="roundRect">
            <a:avLst>
              <a:gd name="adj" fmla="val 3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b66f035684f02"/>
          <a:stretch xmlns:a="http://schemas.openxmlformats.org/drawingml/2006/main"/>
        </p:blipFill>
        <p:spPr>
          <a:xfrm xmlns:a="http://schemas.openxmlformats.org/drawingml/2006/main">
            <a:off x="6419850" y="2274094"/>
            <a:ext cx="4857750" cy="2024063"/>
          </a:xfrm>
          <a:prstGeom xmlns:a="http://schemas.openxmlformats.org/drawingml/2006/main" prst="roundRect">
            <a:avLst>
              <a:gd name="adj" fmla="val 431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7F90C-23A4-4C92-B161-867BEAD8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291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SEE THE RELATIONSHIP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672D1-9FEF-4684-A30C-240225A2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F1CC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AFEC-E76A-429D-9175-D8F4CCB1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102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EVIDENCE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D2172-E161-47FC-B4DA-991E54D6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Compare woven, knitted and non-woven structures and recommend one for a specific textile end use.</a:t>
            </a:r>
          </a:p>
        </p:txBody>
      </p:sp>
    </p:spTree>
    <p:extLst>
      <p:ext uri="{BB962C8B-B14F-4D97-AF65-F5344CB8AC3E}">
        <p14:creationId xmlns:p14="http://schemas.microsoft.com/office/powerpoint/2010/main" val="19536418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B6FAF8-83CD-4FB4-B8C8-330B77AA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B3A49-D2D7-4883-8D91-15A7DF66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NO NOTES FOR THE FIRST ATTEMPT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871E0-05A1-4236-B527-5EBB7D50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Retrieve before you 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F984E-B6AF-4365-972F-58BB101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CE45-B5EC-4BC2-9101-3590B62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4CF3A7-5818-4F6F-8E8A-9D65926B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410A0-4414-4FF0-8DBD-CC3054F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1644B5-7E80-4823-8458-5138D599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55655-775C-4AD2-86B4-BCF78045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Fibre classification and properties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4882B-C04B-45B1-8477-5BAA0C0F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Define fibre classification and properties in your own words and give one course example.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AC873B-D2E4-4A38-BE14-4C225450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0AA9-8ECF-47FE-A33B-0CB0EDA9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31E50-A054-4893-8ACE-CC4F5BA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From fibres to yarns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3617C-9ABD-474D-ACF8-7180A0A5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Why does from fibres to yarns matter to a successful textile outcome?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2F04C-19C3-41CE-83EE-743E7F72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37185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7BC97-D2AF-417B-9FEB-B493E971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95DFC-D625-455C-9F58-EE05C5F8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2914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Woven, knitted and non-woven fabrics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6221E-CB3A-4C0C-ABBE-10512C3E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2914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What evidence would prove you understand woven, knitted and non-woven fabrics?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479BA-0903-475F-B82D-D7A0C4B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Attempt → check the module → correct in a different colour</a:t>
            </a:r>
          </a:p>
        </p:txBody>
      </p:sp>
    </p:spTree>
    <p:extLst>
      <p:ext uri="{BB962C8B-B14F-4D97-AF65-F5344CB8AC3E}">
        <p14:creationId xmlns:p14="http://schemas.microsoft.com/office/powerpoint/2010/main" val="7286720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D38149-A3F5-4668-82A7-A071235C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8A723-57E8-465A-A3CB-91AB27F0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READ → SELECT → EXPLAIN →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936C6D-E525-4A8A-A11F-8ADE1C64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Build one strong written response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A561CC-1E1C-49A4-9D83-46AECED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F4B59-C26E-4860-A926-7AA6E48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65972-8336-460C-9DEA-BE8D068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8B198-1E35-432F-9799-862F2689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892BB0-D569-419A-9B8A-13F0FD27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A5BDB-6B52-4754-AEBE-587B3117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90700"/>
            <a:ext cx="902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Compare woven, knitted and non-woven structures and recommend one for a specific textile end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1F103-9C72-45D7-9FBC-6A913077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43DA8-F41F-4638-83A6-FFE4F87F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DC59CE-7DAC-4A38-8A60-03C3396E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04D76-8E55-4354-9235-2869ED01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Underline the action word and the exact topic.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236B4-2097-45AB-AA51-BD38A6D9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34646-BC6D-45DA-A00E-4925DA77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426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C6454-E604-46FA-8FBF-78C8151E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A7E44-9F76-44D7-A3A0-885C902C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Choose two or three course facts that answer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C65438-F999-4E46-B3EC-1D68DCE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BEAF1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36F173-B2D1-4BB2-83A1-F711A7CF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55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055483-68F7-4C9D-896E-15982EAB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AB7D01-D6FF-4BAF-8251-8FF7E50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Link each fact to why it matters or what it proves.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41D1E-7687-49CF-A09F-C068573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24765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B7CCB-E4A1-492B-A4FC-EB0B4132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1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F77077-1F98-4DA5-8A3F-F7F7C8F5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004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591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7C5916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25257-6B00-49F2-B2FC-883C79B9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90950"/>
            <a:ext cx="2019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39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question; correct gaps and vague words.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F8BA81-8FA6-4C79-ACEA-965F8F9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Strong responses use evidence and reasoning—not a copied paragraph.</a:t>
            </a:r>
          </a:p>
        </p:txBody>
      </p:sp>
    </p:spTree>
    <p:extLst>
      <p:ext uri="{BB962C8B-B14F-4D97-AF65-F5344CB8AC3E}">
        <p14:creationId xmlns:p14="http://schemas.microsoft.com/office/powerpoint/2010/main" val="4529163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F92ED-15A5-4D09-A574-36C35087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B4655-F819-46AF-A23A-2D18BE23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EXIT TICKET + NEXT STEP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8BF81-DB8D-4427-A558-096C33A0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64264F"/>
                </a:solidFill>
                <a:latin typeface="Aptos Display"/>
                <a:ea typeface="Aptos Display"/>
                <a:cs typeface="Aptos Display"/>
              </a:rPr>
              <a:t>Finish with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EFC5A-99A2-4C6A-A22C-E015820D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C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7C0A0-EE49-4275-85B6-EF90B53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75E6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75E68"/>
                </a:solidFill>
                <a:latin typeface="Aptos"/>
                <a:ea typeface="Aptos"/>
                <a:cs typeface="Aptos"/>
              </a:rPr>
              <a:t>YEAR 9 TEXTILES · MODULE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89D66-2DAF-4C3A-BE5A-E25E6CB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36270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73A47E-E8F6-417B-BD8C-EB6C0278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35814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6426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C466D-44C4-4B39-8DDE-7D07391A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DC77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DC777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EA398-FDE1-4FC3-A838-5C3D74D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86B94-DC2E-432E-B469-7B49E22C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Name one idea you can now explain accurately.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DB65D-1FDF-4331-9217-A248F5A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62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B9B0E-6D92-4333-B017-08FE2743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5052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Identify one correction you made after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17AFF-33B5-4CAE-94DE-D22F127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43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C77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D830FF-09BE-4FE7-AE86-E7A99FC8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862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State the evidence you will save from this module.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2AA38-0AA1-4C4A-A317-51FD2920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52600"/>
            <a:ext cx="5276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CE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B8922F-F499-4AC5-971D-36730FB9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574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B426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B426F"/>
                </a:solidFill>
                <a:latin typeface="Aptos"/>
                <a:ea typeface="Aptos"/>
                <a:cs typeface="Aptos"/>
              </a:rPr>
              <a:t>SAVE THIS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2C4117-7843-4FCD-A4D9-7F21592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466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Classification chart, fibre-to-fabric explanation and justified material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3516FE-ED1B-4CFA-BAB9-CF8C5785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527685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9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CD1E2-01D1-4DDD-8F4C-0D47E8E7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1655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16554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4E796-53F0-43F8-A11F-1FBF200C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3371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95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D253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2530"/>
                </a:solidFill>
                <a:latin typeface="Aptos"/>
                <a:ea typeface="Aptos"/>
                <a:cs typeface="Aptos"/>
              </a:rPr>
              <a:t>Return to the module page, complete the evidence prompt and use teacher directions for practical work.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F9CA2-D962-413E-B0C7-293EB0A2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64264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4264F"/>
                </a:solidFill>
                <a:latin typeface="Aptos"/>
                <a:ea typeface="Aptos"/>
                <a:cs typeface="Aptos"/>
              </a:rPr>
              <a:t>Explain it. Check it. Save it.</a:t>
            </a:r>
          </a:p>
        </p:txBody>
      </p:sp>
    </p:spTree>
    <p:extLst>
      <p:ext uri="{BB962C8B-B14F-4D97-AF65-F5344CB8AC3E}">
        <p14:creationId xmlns:p14="http://schemas.microsoft.com/office/powerpoint/2010/main" val="5078045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2026-08-18T02:09:52.2470000Z</dcterms:created>
  <dcterms:modified xsi:type="dcterms:W3CDTF">2026-08-18T02:09:52.2470000Z</dcterms:modified>
</coreProperties>
</file>