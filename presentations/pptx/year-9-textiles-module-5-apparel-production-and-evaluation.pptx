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67b14dcf0f49eb" /><Relationship Type="http://schemas.openxmlformats.org/officeDocument/2006/relationships/extended-properties" Target="/docProps/app.xml" Id="R25e471f0ad1243e8" /><Relationship Type="http://schemas.openxmlformats.org/officeDocument/2006/relationships/officeDocument" Target="/ppt/presentation.xml" Id="Rdcb3893d952a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e4b4010654e93"/>
  </p:sldMasterIdLst>
  <p:notesMasterIdLst>
    <p:notesMasterId xmlns:r="http://schemas.openxmlformats.org/officeDocument/2006/relationships" r:id="Rc75edf969f8b46a8"/>
  </p:notesMasterIdLst>
  <p:sldIdLst>
    <p:sldId xmlns:r="http://schemas.openxmlformats.org/officeDocument/2006/relationships" id="256" r:id="Rf5f1929d0eca4f26"/>
    <p:sldId xmlns:r="http://schemas.openxmlformats.org/officeDocument/2006/relationships" id="257" r:id="Rc3ecbbd228224423"/>
    <p:sldId xmlns:r="http://schemas.openxmlformats.org/officeDocument/2006/relationships" id="258" r:id="Rae83995f391f4aec"/>
    <p:sldId xmlns:r="http://schemas.openxmlformats.org/officeDocument/2006/relationships" id="259" r:id="Rd2a5011f4ae24ac5"/>
    <p:sldId xmlns:r="http://schemas.openxmlformats.org/officeDocument/2006/relationships" id="260" r:id="Rf89a483cda7c4409"/>
    <p:sldId xmlns:r="http://schemas.openxmlformats.org/officeDocument/2006/relationships" id="261" r:id="Racc2a634e0694d51"/>
    <p:sldId xmlns:r="http://schemas.openxmlformats.org/officeDocument/2006/relationships" id="262" r:id="R3c92baf5c35f4951"/>
    <p:sldId xmlns:r="http://schemas.openxmlformats.org/officeDocument/2006/relationships" id="263" r:id="R6ad528617a4149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c2f839fd94feb" /><Relationship Type="http://schemas.openxmlformats.org/officeDocument/2006/relationships/slideMaster" Target="/ppt/slideMasters/slideMaster1.xml" Id="R839e4b4010654e93" /><Relationship Type="http://schemas.openxmlformats.org/officeDocument/2006/relationships/notesMaster" Target="/ppt/notesMasters/notesMaster1.xml" Id="Rc75edf969f8b46a8" /><Relationship Type="http://schemas.openxmlformats.org/officeDocument/2006/relationships/presProps" Target="/ppt/presProps.xml" Id="R387c157bb8154548" /><Relationship Type="http://schemas.openxmlformats.org/officeDocument/2006/relationships/tableStyles" Target="/ppt/tableStyles.xml" Id="R1035b4bfb9dc4d9b" /><Relationship Type="http://schemas.openxmlformats.org/officeDocument/2006/relationships/slide" Target="/ppt/slides/slide1.xml" Id="Rf5f1929d0eca4f26" /><Relationship Type="http://schemas.openxmlformats.org/officeDocument/2006/relationships/slide" Target="/ppt/slides/slide2.xml" Id="Rc3ecbbd228224423" /><Relationship Type="http://schemas.openxmlformats.org/officeDocument/2006/relationships/slide" Target="/ppt/slides/slide3.xml" Id="Rae83995f391f4aec" /><Relationship Type="http://schemas.openxmlformats.org/officeDocument/2006/relationships/slide" Target="/ppt/slides/slide4.xml" Id="Rd2a5011f4ae24ac5" /><Relationship Type="http://schemas.openxmlformats.org/officeDocument/2006/relationships/slide" Target="/ppt/slides/slide5.xml" Id="Rf89a483cda7c4409" /><Relationship Type="http://schemas.openxmlformats.org/officeDocument/2006/relationships/slide" Target="/ppt/slides/slide6.xml" Id="Racc2a634e0694d51" /><Relationship Type="http://schemas.openxmlformats.org/officeDocument/2006/relationships/slide" Target="/ppt/slides/slide7.xml" Id="R3c92baf5c35f4951" /><Relationship Type="http://schemas.openxmlformats.org/officeDocument/2006/relationships/slide" Target="/ppt/slides/slide8.xml" Id="R6ad528617a4149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e65641be3f41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3be848549e4424" /><Relationship Type="http://schemas.openxmlformats.org/officeDocument/2006/relationships/notesMaster" Target="/ppt/notesMasters/notesMaster1.xml" Id="R30f92baeee9741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d2e689a5884807" /><Relationship Type="http://schemas.openxmlformats.org/officeDocument/2006/relationships/notesMaster" Target="/ppt/notesMasters/notesMaster1.xml" Id="R634d98fc5f9b4f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18ea9a031d4e10" /><Relationship Type="http://schemas.openxmlformats.org/officeDocument/2006/relationships/notesMaster" Target="/ppt/notesMasters/notesMaster1.xml" Id="Rc38cb16301614a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cb2a63d7eb4c64" /><Relationship Type="http://schemas.openxmlformats.org/officeDocument/2006/relationships/notesMaster" Target="/ppt/notesMasters/notesMaster1.xml" Id="R56a11d5a67304d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6948d61df447d" /><Relationship Type="http://schemas.openxmlformats.org/officeDocument/2006/relationships/notesMaster" Target="/ppt/notesMasters/notesMaster1.xml" Id="R5975290336df49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dc51abdb964ae3" /><Relationship Type="http://schemas.openxmlformats.org/officeDocument/2006/relationships/notesMaster" Target="/ppt/notesMasters/notesMaster1.xml" Id="R262f2e60ba554f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9f6847087048b7" /><Relationship Type="http://schemas.openxmlformats.org/officeDocument/2006/relationships/notesMaster" Target="/ppt/notesMasters/notesMaster1.xml" Id="R6146fe27e0ee49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87eb1534e94c22" /><Relationship Type="http://schemas.openxmlformats.org/officeDocument/2006/relationships/notesMaster" Target="/ppt/notesMasters/notesMaster1.xml" Id="Rfd0249146d3f45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assets/visuals/garment-label.svg,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assets/visuals/textiles-course-hero.svg,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Section 1: Construction sequence and technique samples.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assets/visuals/pattern-symbols.svg,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Section 2: Resources, equipment and costing.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assets/visuals/fibre-yarn-fabric.svg,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Section 3: Product labels and evaluation.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assets/visuals/evaluation-cycle.svg,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5,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798a2d3c248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9be7da3fe94348" /><Relationship Type="http://schemas.openxmlformats.org/officeDocument/2006/relationships/slideLayout" Target="/ppt/slideLayouts/slideLayout1.xml" Id="R903289d8e9cf44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3289d8e9cf44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7b8ac00ff4204" /><Relationship Type="http://schemas.openxmlformats.org/officeDocument/2006/relationships/image" Target="/ppt/media/image.png" Id="R0aca3aa2070d43a8" /><Relationship Type="http://schemas.openxmlformats.org/officeDocument/2006/relationships/notesSlide" Target="/ppt/notesSlides/notesSlide1.xml" Id="Rb059d63900ea44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c88c6a9e34d12" /><Relationship Type="http://schemas.openxmlformats.org/officeDocument/2006/relationships/image" Target="/ppt/media/image2.png" Id="R1ad888631a6f47ad" /><Relationship Type="http://schemas.openxmlformats.org/officeDocument/2006/relationships/notesSlide" Target="/ppt/notesSlides/notesSlide2.xml" Id="R5a34e55f01074c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373bc9632415b" /><Relationship Type="http://schemas.openxmlformats.org/officeDocument/2006/relationships/image" Target="/ppt/media/image3.png" Id="Rad71844775614895" /><Relationship Type="http://schemas.openxmlformats.org/officeDocument/2006/relationships/notesSlide" Target="/ppt/notesSlides/notesSlide3.xml" Id="R642fe0856f6849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8450282548b7" /><Relationship Type="http://schemas.openxmlformats.org/officeDocument/2006/relationships/image" Target="/ppt/media/image4.png" Id="Rffabd13cd21747b3" /><Relationship Type="http://schemas.openxmlformats.org/officeDocument/2006/relationships/notesSlide" Target="/ppt/notesSlides/notesSlide4.xml" Id="Rcb21a09d7af24f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78c82b3fd4525" /><Relationship Type="http://schemas.openxmlformats.org/officeDocument/2006/relationships/image" Target="/ppt/media/image5.png" Id="R9a788e1688fc410a" /><Relationship Type="http://schemas.openxmlformats.org/officeDocument/2006/relationships/notesSlide" Target="/ppt/notesSlides/notesSlide5.xml" Id="R62dafc8bdc0b4b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47b62ba434acd" /><Relationship Type="http://schemas.openxmlformats.org/officeDocument/2006/relationships/notesSlide" Target="/ppt/notesSlides/notesSlide6.xml" Id="R21d1dc8364af46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927219f1497d" /><Relationship Type="http://schemas.openxmlformats.org/officeDocument/2006/relationships/notesSlide" Target="/ppt/notesSlides/notesSlide7.xml" Id="R23a206ea1883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b00434cc44e1a" /><Relationship Type="http://schemas.openxmlformats.org/officeDocument/2006/relationships/notesSlide" Target="/ppt/notesSlides/notesSlide8.xml" Id="Rbab195d84d654f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F486C-6111-42DB-82E7-21464D4B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FDD81-9D5F-4DAB-9F2F-C8864224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F7E23-B123-43D1-B1F9-2B654AD8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DE86E-31F6-43FF-826D-DAEE3397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29642-5598-4DCE-9643-ED50E659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Apparel production &amp;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02685-83B2-4CB8-9C3D-6457183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72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Use teacher demonstrations and issued patterns to make the project, document construction and create accurate product-care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B1163-31E7-421F-819C-FC798443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AADC9-0262-4BEE-A070-194700FC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A6302-93EE-470B-9240-42C074F1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a3aa2070d43a8"/>
          <a:stretch xmlns:a="http://schemas.openxmlformats.org/drawingml/2006/main"/>
        </p:blipFill>
        <p:spPr>
          <a:xfrm xmlns:a="http://schemas.openxmlformats.org/drawingml/2006/main">
            <a:off x="6381750" y="2266156"/>
            <a:ext cx="4895850" cy="2039938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D3D9D-9E3F-4246-BF34-03035044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2237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29A45-1E4E-43E6-AA7A-7E13314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B2816-F24C-4D4A-9204-C2CF11BE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B4EE-D05E-4D9C-85D5-4D620B4E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AE331-D34C-419A-82E5-5721E48F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ED51E-A1A7-442E-9BEB-21E375C3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69886-F335-4F04-9871-2EAE667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A829A-87E0-482A-AB5E-5EC2265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9861-9DD4-48A5-B7C5-55860DF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1F4BB-7255-4045-AD05-9BE58AD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Construction sequence and technique samples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EBB06-4403-4440-A20D-000CC066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4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current pattern instructions and teacher demonstration control construction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F8EFE-0D8C-48A1-9ED8-C62A80A8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F8D87-6F40-4A23-8287-B49A619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F5FD0-B913-4B8B-8500-950ABCB5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Resources, equipment and costing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21218-AD5F-405D-990C-D4F2170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Equipment is used to make the item; resources are consumed in making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E3C73-E022-4909-A41D-BD0AA990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333CE-335C-4F3A-B42E-2493F553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648A5-F544-4A37-8E61-752CDD9A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Product labels and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F8B24-2052-4059-8929-0C0388CA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source activity checks brand, size, fibre content, country and care information.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245A7-FB2F-41F9-84A2-F10AC1D8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888631a6f47ad"/>
          <a:stretch xmlns:a="http://schemas.openxmlformats.org/drawingml/2006/main"/>
        </p:blipFill>
        <p:spPr>
          <a:xfrm xmlns:a="http://schemas.openxmlformats.org/drawingml/2006/main">
            <a:off x="8714014" y="1885950"/>
            <a:ext cx="2326821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28C02-A995-42E4-9786-30B85190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15135-B871-41E0-A9B4-E0F89E56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1503194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FE99A-33D4-4653-A4F9-04F7BB08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E05DE-D5FB-49ED-8B07-09FA106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B520F-55C2-4AC6-A0D3-DDB9DC1C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Construction sequence and technique samples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366BD-2041-40F0-9FAD-98CBE825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D23D8-BC85-49E1-9AC0-39C797A9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D2621-EC8B-49FC-A81B-9BF7E64E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2040B-984F-4B51-91F6-2AC9212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3A697-9125-4E6A-A36E-3555CE5E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CAC4E-5A71-45D8-BDBF-370100EB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current pattern instructions and teacher demonstration control construction order.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are the local authority for the exact project method.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Technique samples provide evidence before or alongside the final garment.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show how seams, finishes or hems were practised and refined.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Each construction step should include a quality check.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Checking alignment and finish early prevents faults carrying forward.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84DF0-E8C8-422D-ABB1-BDD05D7F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1844775614895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7A499-31FE-47A7-A3BC-576B7CC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9CE91-D0AB-49BE-8DF7-8BB6288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ED02B-E045-496B-BFF6-1675FFE6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08679-E660-4EDA-8286-129B86A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Outline a safe construction-record format that follows the issued pattern and includes useful quality checks.</a:t>
            </a:r>
          </a:p>
        </p:txBody>
      </p:sp>
    </p:spTree>
    <p:extLst>
      <p:ext uri="{BB962C8B-B14F-4D97-AF65-F5344CB8AC3E}">
        <p14:creationId xmlns:p14="http://schemas.microsoft.com/office/powerpoint/2010/main" val="1184669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0627F-819B-4270-A051-485E225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655B1-B1E4-47ED-9710-E0C554DB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F89F4-4AFB-4EB3-8EFA-5811D82E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Resources, equipment and costing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5A22A-AE42-4699-8535-774B2DEE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B780C-32B5-4AC1-816E-7EDBB679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268F5-A540-4733-9400-DE36845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DE71C-7D65-4F80-85B0-38C602FA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8BC18-2757-4068-8375-809E323E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7F173-914A-4003-B77D-9EB7F675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Equipment is used to make the item; resources are consumed in making it.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distinction supports planning and accurate documentation.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costing table records item, quantity, unit cost and total.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columns make the calculation traceable.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Use real receipts, labels or teacher-issued figures.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Evidence-based costs can be checked and updated.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CAA86-4B38-478C-B90A-7F6BE1B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bd13cd21747b3"/>
          <a:stretch xmlns:a="http://schemas.openxmlformats.org/drawingml/2006/main"/>
        </p:blipFill>
        <p:spPr>
          <a:xfrm xmlns:a="http://schemas.openxmlformats.org/drawingml/2006/main">
            <a:off x="91440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35FF8-155F-43EA-B70D-47656043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5922C-22F6-479A-9270-75A4AEFF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245CA-0CA7-4DF0-AA27-16EEEF60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E287D-B381-4128-9194-5AA13EE8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Design the headings for a resource and costing table and explain what evidence you would use to complete it.</a:t>
            </a:r>
          </a:p>
        </p:txBody>
      </p:sp>
    </p:spTree>
    <p:extLst>
      <p:ext uri="{BB962C8B-B14F-4D97-AF65-F5344CB8AC3E}">
        <p14:creationId xmlns:p14="http://schemas.microsoft.com/office/powerpoint/2010/main" val="1623705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EC35D-D865-43A9-B44B-8F7C2595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2B6B6-72A0-4A9C-BB29-1F6D1095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72C95-0FBB-4611-AE64-7FBC7A36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Product labels and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D90C1-032E-4734-B345-2311FF51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B7298-E8FB-4570-B37F-DC0DC792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ADDD8-86AB-4BAC-BE50-231DCD5C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88A08-ABF7-40E4-AFAE-3ABA506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1D2A7-BA37-4588-A63A-CD73D22E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A4794-8E60-4771-8274-BB91BF7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63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source activity checks brand, size, fibre content, country and care information.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These details help a consumer identify and care for the product.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Care symbols communicate laundering or cleaning instructions.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support correct maintenance of the textile item.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Fibre content helps explain care and performance.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Different fibres can respond differently to heat, moisture and wear.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BC772-E0BF-480C-B7B4-F39F2F16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88e1688fc410a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72F60-A70A-4CF4-A4B8-89496DCF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088B9-7389-4389-9CE5-9C5EA51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FA316-BFD5-4F70-A42D-67F1E9C6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4292B-0F7F-41F8-AB85-86988E77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Draft the information plan for a product label, then explain how you would evaluate the finished apparel item.</a:t>
            </a:r>
          </a:p>
        </p:txBody>
      </p:sp>
    </p:spTree>
    <p:extLst>
      <p:ext uri="{BB962C8B-B14F-4D97-AF65-F5344CB8AC3E}">
        <p14:creationId xmlns:p14="http://schemas.microsoft.com/office/powerpoint/2010/main" val="1555885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58992-E9D9-4B55-9EDC-FD4C4FD6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15853-62F3-4093-B81B-9803F7A0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BE178-FEC5-443B-8645-D08D8723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2EF79-A31F-4C93-BCCD-651A6AEF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A70E5-2538-479C-A612-59AC7717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7618B-EC73-4ED3-958D-F7B30CF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6B8B2-AE4D-4634-AEB8-011FC062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D9DE9-9F86-4115-BC5D-61A60D82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24D27-D235-45D5-86E0-250B4F59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Construction sequence and technique samples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DF53A-33F1-4281-BC53-0462601D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7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construction sequence and technique samples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56AA1-82ED-409C-BF79-14207743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1E112-C2E0-48C3-95F0-2E795C2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71C04-DCDC-4470-9809-94247465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Resources, equipment and costing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3FA59-917B-4C0F-BADA-07AF541C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resources, equipment and costing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5F7B2-30C7-4C10-A12F-F035EE79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B3278-C0A6-4249-99B1-0AD9D0FC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B0ABD-BEFD-4B01-BBEE-2AC58642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Product labels and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F0BEC-1B4B-4C3A-990C-E61FBA18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product labels and evaluation?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FD56D-3049-4115-AB9E-F27B4D34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1708735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755A3-BB5E-4B19-A3F1-1D0008F6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5CD38-BAA9-4DA2-9587-42129C2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1A24E-5D64-4DE2-8AA4-5548D007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A58B7-FFE6-4FB8-B3A2-5489C8E8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1331E-EDF3-4272-9C08-6A79A90C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56877-3ADD-40CC-98BA-9791CED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7F7FE-A5EC-4554-B99E-0A74A5E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43C8D-9906-41D7-9C52-8FEF6B7F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F3104-BEE9-48FD-83C6-D2B15A6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Draft the information plan for a product label, then explain how you would evaluate the finished apparel item.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D5584-FF1C-4547-B815-07AF294B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39D83-D79A-4F0C-98AC-F51D25C3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F1A10-28AA-4610-B76C-88C8D952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FCFFF-5FA9-4CE9-A254-63759C1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33409-0B8E-4104-9F85-2BF5ECD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396BA-983A-4D55-A481-AB093E7B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320C0-A298-437A-BE86-F1F105C2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2D22D-D5B8-4F35-86BB-5870D181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D9CFB-E381-4873-9E9C-4F8F1E98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CDD9F-5022-483F-ADB3-48F8961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F59D9-4B7D-409D-BDF5-33D30CE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40037-3F37-4628-BE31-99D45022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70D86-6A62-45CD-8FAC-FC07F1DE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BC634-596C-41B6-B829-C68A598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4ACA4-65C3-472A-AB12-FCFB9C97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9461C-2F92-4B34-BBA8-D3690E9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FD784-6515-4880-BCA6-6E58D2DF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162119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BC6DD-85C1-442C-BB66-C4D4C7B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67DF7-B9C9-4A7E-9906-085C8F83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F4965-8738-4C4A-A2D5-764FF73A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7EA36-1AB1-47D3-8DFF-23ABDBBE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FA219-A939-498D-99CA-18317B0C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F6254-2DB8-4F83-9FE4-D327F7A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B18E4-C3A0-4F12-A0DA-A7E6B541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77911-B846-46C2-A952-64F5DA4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D5376-62BA-4AAF-92E1-613B6FA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FA41D-8595-4A6F-924A-B67CAF5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FB5A1-0F09-49F1-8EDE-E34BF39A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3A4F6-69F1-4E0F-959B-0940099F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8523D-B917-4201-81CC-F6F0BF85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2042-E4FF-4608-8857-C0214269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3C2BC-8E92-4BDA-8FF1-A504037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ADCAE-BE99-4FBF-BC4B-998BF945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BD832-C714-4E37-8F97-DA2FC0AD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Construction sequence, technique samples, resource list, costing, product label and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5B76C-2EFD-4EBF-B468-88919C70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09490-F3C3-4602-8F44-69ACB7BC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2BE1D-505D-4331-9470-1C6EC1A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94D47-0337-4543-97B5-D394D37B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201084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2026-08-18T02:09:56.6800000Z</dcterms:created>
  <dcterms:modified xsi:type="dcterms:W3CDTF">2026-08-18T02:09:56.6800000Z</dcterms:modified>
</coreProperties>
</file>