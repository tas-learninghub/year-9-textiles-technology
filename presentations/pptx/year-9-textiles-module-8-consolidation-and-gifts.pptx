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f548234384938" /><Relationship Type="http://schemas.openxmlformats.org/officeDocument/2006/relationships/extended-properties" Target="/docProps/app.xml" Id="Rdaa53a2b1f5d4c3e" /><Relationship Type="http://schemas.openxmlformats.org/officeDocument/2006/relationships/officeDocument" Target="/ppt/presentation.xml" Id="R15d9190aaa44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8ce399fb044981"/>
  </p:sldMasterIdLst>
  <p:notesMasterIdLst>
    <p:notesMasterId xmlns:r="http://schemas.openxmlformats.org/officeDocument/2006/relationships" r:id="Rb045cb0a3a0e4987"/>
  </p:notesMasterIdLst>
  <p:sldIdLst>
    <p:sldId xmlns:r="http://schemas.openxmlformats.org/officeDocument/2006/relationships" id="256" r:id="R12a808b38f2a4a21"/>
    <p:sldId xmlns:r="http://schemas.openxmlformats.org/officeDocument/2006/relationships" id="257" r:id="Re41df5da596e437c"/>
    <p:sldId xmlns:r="http://schemas.openxmlformats.org/officeDocument/2006/relationships" id="258" r:id="R497662fde250496a"/>
    <p:sldId xmlns:r="http://schemas.openxmlformats.org/officeDocument/2006/relationships" id="259" r:id="R8cdd0f5b248c4dfe"/>
    <p:sldId xmlns:r="http://schemas.openxmlformats.org/officeDocument/2006/relationships" id="260" r:id="R05c29a9b9df94532"/>
    <p:sldId xmlns:r="http://schemas.openxmlformats.org/officeDocument/2006/relationships" id="261" r:id="R7ca4bd7665464532"/>
    <p:sldId xmlns:r="http://schemas.openxmlformats.org/officeDocument/2006/relationships" id="262" r:id="R47b05bdd52054cb7"/>
    <p:sldId xmlns:r="http://schemas.openxmlformats.org/officeDocument/2006/relationships" id="263" r:id="R477f236b512549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c2c9363a104bdb" /><Relationship Type="http://schemas.openxmlformats.org/officeDocument/2006/relationships/slideMaster" Target="/ppt/slideMasters/slideMaster1.xml" Id="R118ce399fb044981" /><Relationship Type="http://schemas.openxmlformats.org/officeDocument/2006/relationships/notesMaster" Target="/ppt/notesMasters/notesMaster1.xml" Id="Rb045cb0a3a0e4987" /><Relationship Type="http://schemas.openxmlformats.org/officeDocument/2006/relationships/presProps" Target="/ppt/presProps.xml" Id="Rc4f7dc4c0c9f44cd" /><Relationship Type="http://schemas.openxmlformats.org/officeDocument/2006/relationships/tableStyles" Target="/ppt/tableStyles.xml" Id="Rd774ae4abd6a41ae" /><Relationship Type="http://schemas.openxmlformats.org/officeDocument/2006/relationships/slide" Target="/ppt/slides/slide1.xml" Id="R12a808b38f2a4a21" /><Relationship Type="http://schemas.openxmlformats.org/officeDocument/2006/relationships/slide" Target="/ppt/slides/slide2.xml" Id="Re41df5da596e437c" /><Relationship Type="http://schemas.openxmlformats.org/officeDocument/2006/relationships/slide" Target="/ppt/slides/slide3.xml" Id="R497662fde250496a" /><Relationship Type="http://schemas.openxmlformats.org/officeDocument/2006/relationships/slide" Target="/ppt/slides/slide4.xml" Id="R8cdd0f5b248c4dfe" /><Relationship Type="http://schemas.openxmlformats.org/officeDocument/2006/relationships/slide" Target="/ppt/slides/slide5.xml" Id="R05c29a9b9df94532" /><Relationship Type="http://schemas.openxmlformats.org/officeDocument/2006/relationships/slide" Target="/ppt/slides/slide6.xml" Id="R7ca4bd7665464532" /><Relationship Type="http://schemas.openxmlformats.org/officeDocument/2006/relationships/slide" Target="/ppt/slides/slide7.xml" Id="R47b05bdd52054cb7" /><Relationship Type="http://schemas.openxmlformats.org/officeDocument/2006/relationships/slide" Target="/ppt/slides/slide8.xml" Id="R477f236b512549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e575c05d96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b26a6bce747e1" /><Relationship Type="http://schemas.openxmlformats.org/officeDocument/2006/relationships/notesMaster" Target="/ppt/notesMasters/notesMaster1.xml" Id="R2a042b92d66a4a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d2e1bafab943eb" /><Relationship Type="http://schemas.openxmlformats.org/officeDocument/2006/relationships/notesMaster" Target="/ppt/notesMasters/notesMaster1.xml" Id="Rdeb3b44bc788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5a9f47d15b4d4c" /><Relationship Type="http://schemas.openxmlformats.org/officeDocument/2006/relationships/notesMaster" Target="/ppt/notesMasters/notesMaster1.xml" Id="R33e3b6fb599345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b9d5557294988" /><Relationship Type="http://schemas.openxmlformats.org/officeDocument/2006/relationships/notesMaster" Target="/ppt/notesMasters/notesMaster1.xml" Id="R8b13107700b248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22833b0c44e11" /><Relationship Type="http://schemas.openxmlformats.org/officeDocument/2006/relationships/notesMaster" Target="/ppt/notesMasters/notesMaster1.xml" Id="R7914114c68624d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87cba95c44aeb" /><Relationship Type="http://schemas.openxmlformats.org/officeDocument/2006/relationships/notesMaster" Target="/ppt/notesMasters/notesMaster1.xml" Id="R7e6acd5e8a1f46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e881d864434ab8" /><Relationship Type="http://schemas.openxmlformats.org/officeDocument/2006/relationships/notesMaster" Target="/ppt/notesMasters/notesMaster1.xml" Id="R3dfb2adf9d7d46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3a04c8887c4c20" /><Relationship Type="http://schemas.openxmlformats.org/officeDocument/2006/relationships/notesMaster" Target="/ppt/notesMasters/notesMaster1.xml" Id="Re2399940c3bd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assets/visuals/evaluation-cycle.svg, source-bound course artwork rasterised for PowerPoint.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Section 1: Revision across the three areas of study.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assets/visuals/fibre-yarn-fabric.svg, source-bound course artwork rasterised for PowerPoint.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Section 2: Final evaluation and portfolio readiness.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assets/visuals/respectful-magazine.svg, source-bound course artwork rasterised for PowerPoint.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Section 3: Textiles as Gifts: a teacher-approved extension.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assets/visuals/design-elements.svg, source-bound course artwork rasterised for PowerPoint.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8,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examination status, scope and weighting are not claimed; this deck presents consolidation and extension only.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08c5bd4eb47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b9002f416c4194" /><Relationship Type="http://schemas.openxmlformats.org/officeDocument/2006/relationships/slideLayout" Target="/ppt/slideLayouts/slideLayout1.xml" Id="Rd6cfa36c55a14b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cfa36c55a14b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d11ec762046bc" /><Relationship Type="http://schemas.openxmlformats.org/officeDocument/2006/relationships/image" Target="/ppt/media/image.png" Id="R1687bc37e6894b10" /><Relationship Type="http://schemas.openxmlformats.org/officeDocument/2006/relationships/notesSlide" Target="/ppt/notesSlides/notesSlide1.xml" Id="Rab1480b83e6142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7527323c54b2e" /><Relationship Type="http://schemas.openxmlformats.org/officeDocument/2006/relationships/image" Target="/ppt/media/image2.png" Id="Rf7342e3ecb7c44fa" /><Relationship Type="http://schemas.openxmlformats.org/officeDocument/2006/relationships/notesSlide" Target="/ppt/notesSlides/notesSlide2.xml" Id="R43b2a6e6fad748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03bd4cee741ba" /><Relationship Type="http://schemas.openxmlformats.org/officeDocument/2006/relationships/image" Target="/ppt/media/image3.png" Id="Rb89ef1a685e94948" /><Relationship Type="http://schemas.openxmlformats.org/officeDocument/2006/relationships/notesSlide" Target="/ppt/notesSlides/notesSlide3.xml" Id="R48af021a83a5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6518eda147d6" /><Relationship Type="http://schemas.openxmlformats.org/officeDocument/2006/relationships/image" Target="/ppt/media/image4.png" Id="R8812eceab9934a55" /><Relationship Type="http://schemas.openxmlformats.org/officeDocument/2006/relationships/notesSlide" Target="/ppt/notesSlides/notesSlide4.xml" Id="R7b876fbe627f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8c995ac944f80" /><Relationship Type="http://schemas.openxmlformats.org/officeDocument/2006/relationships/image" Target="/ppt/media/image5.png" Id="R4a54bb19166541ad" /><Relationship Type="http://schemas.openxmlformats.org/officeDocument/2006/relationships/notesSlide" Target="/ppt/notesSlides/notesSlide5.xml" Id="R30ea61d867044f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c9f971fa14de4" /><Relationship Type="http://schemas.openxmlformats.org/officeDocument/2006/relationships/notesSlide" Target="/ppt/notesSlides/notesSlide6.xml" Id="R5504343204d748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c1ae16cec44f9" /><Relationship Type="http://schemas.openxmlformats.org/officeDocument/2006/relationships/notesSlide" Target="/ppt/notesSlides/notesSlide7.xml" Id="R6575bee0f1494e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830df6cc244be" /><Relationship Type="http://schemas.openxmlformats.org/officeDocument/2006/relationships/notesSlide" Target="/ppt/notesSlides/notesSlide8.xml" Id="R365b82123bbb4c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35DC0-E8A4-4AAE-A190-139789D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04601-FED4-4125-8DA3-89C3D9F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A50DF-7B8C-4239-9406-44F265ED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D2E8F-E733-463B-87DA-358747B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09ED1-862F-4364-9349-1BBB5BC1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Consolidation &amp; textiles gifts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F3D55-F348-419E-8AD3-4F3D86E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24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Consolidate the three areas of study, improve portfolio evidence and apply the design process to a small teacher-approved gift project.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51D17-0DD4-4691-986C-C502C7D9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B9253-9148-4D9F-BFE3-42371949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67C2E-85EB-4706-9C4E-01E406F5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7bc37e6894b10"/>
          <a:stretch xmlns:a="http://schemas.openxmlformats.org/drawingml/2006/main"/>
        </p:blipFill>
        <p:spPr>
          <a:xfrm xmlns:a="http://schemas.openxmlformats.org/drawingml/2006/main">
            <a:off x="6381750" y="2266156"/>
            <a:ext cx="4895850" cy="2039938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F9895-35F6-47F6-9FEA-15365283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5837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37ED2-7EDD-4556-A1D1-E7B7537F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E896E-643D-4501-BECD-35D3891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4DE5D-C237-41C9-8190-9B544F1A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26DEE-0242-439A-9841-B66425B9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3B467-8D5A-48F2-9AC2-36E4C396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97D03-1B00-4385-BD76-71BA996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97091-0392-4493-BD5C-82D4D811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CB908-8F3E-4F1E-8631-7AEF7157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8C941-DB2D-465B-A782-6ED55DA2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Revision across the three areas of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8EF22-2109-4A02-B9D4-F98AD9F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8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three areas are Design, Properties and Performance, and Textiles and Society.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C73A6-EA21-41C4-9899-4D785AF8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FB18-2B3B-4A73-B57A-25D6A1A7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058CD-F70C-4ACA-979D-357A9B04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Final evaluation and portfolio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BE6AF-CEA9-46B2-8867-2862877A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portfolio records the design and production process.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8A4CC-4D2F-49F2-8A02-0C7A02D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0A672-C8C9-4031-86AA-28933CC0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DEFCC-2344-45FE-8E89-5D2B68C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Textiles as Gifts: a teacher-approved extension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5E91F-CAF9-4844-B54D-D6128F7E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2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source outline names Textiles as Gifts as a free-choice practical destination.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F8906-BADE-41A1-B699-DE8D581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42e3ecb7c44fa"/>
          <a:stretch xmlns:a="http://schemas.openxmlformats.org/drawingml/2006/main"/>
        </p:blipFill>
        <p:spPr>
          <a:xfrm xmlns:a="http://schemas.openxmlformats.org/drawingml/2006/main">
            <a:off x="8714014" y="1885950"/>
            <a:ext cx="2326821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D54FE8-70ED-47AB-B07D-2642E87B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9E343-1B7D-4BE4-AA82-9E9F709C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098696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0F73F-3281-41EF-BAB5-0D136639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8CB00-F4AE-48E4-84C0-8BD85252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822F2-E69C-49EC-B58F-B7422C89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Revision across the three areas of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975F9-E9AB-4D23-B52D-77F77EB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B57D8-2BC9-4DBD-BEA9-D10F6FA1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38ABA-909A-4703-A3AC-E0F412C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1D167-E1C5-4481-B229-941781FC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A1C30-B9E5-4FA8-B5A1-35FA03D6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A5565-F8BA-48C1-96D5-4A0A8CA0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8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three areas are Design, Properties and Performance, and Textiles and Society.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They organise the core theory in the posted course material.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Retrieval means explaining from memory before checking.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reveals what is understood and what needs correction.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Project examples make theory easier to apply.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real item connects concepts such as fibre, structure, user and design.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C4586-1C6D-4BB5-9F4A-6E7E1D01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ef1a685e94948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D0A36-5D3D-45F5-B8A1-98C80680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E1A8A-EF9F-476A-8DEC-AAF6F44A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C038B-C751-447B-B132-7CD9A05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7A356-060C-4627-9D84-7286AFDD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Create a three-column revision map linking one key idea from each area of study to a course project example.</a:t>
            </a:r>
          </a:p>
        </p:txBody>
      </p:sp>
    </p:spTree>
    <p:extLst>
      <p:ext uri="{BB962C8B-B14F-4D97-AF65-F5344CB8AC3E}">
        <p14:creationId xmlns:p14="http://schemas.microsoft.com/office/powerpoint/2010/main" val="865359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0842C-05BD-429B-BC6E-11C9D052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EAC6B-07E1-4F9B-9657-1D11843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E1BDA-FC6C-4831-85BF-A739B53B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Final evaluation and portfolio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64E67-3CDC-403E-94C3-2C42D6E9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EEBED-055D-4CF3-8139-1BFE5A2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0715F-8E16-4C1D-B97C-3194D89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953D6-7A61-45A6-A1A5-3DD5F50C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85125-C4E5-4682-AB7E-56081298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83B34-8AF0-42C5-A6A3-5E21DE3A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5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portfolio records the design and production process.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explains decisions and evidence, not just the finished appearance.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Each evidence section needs a clear heading and context.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reader should understand what the evidence shows.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final evaluation returns to criteria and project evidence.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shows whether intended performance was achieved.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9AF09-32AD-4D47-A74F-BB56E44A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2eceab9934a55"/>
          <a:stretch xmlns:a="http://schemas.openxmlformats.org/drawingml/2006/main"/>
        </p:blipFill>
        <p:spPr>
          <a:xfrm xmlns:a="http://schemas.openxmlformats.org/drawingml/2006/main">
            <a:off x="914400" y="2031206"/>
            <a:ext cx="4857750" cy="2509838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20811-8E31-4342-9747-32D83173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18F79-F3F2-4CA3-B2FB-A126AA5D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42C4D-CD87-497B-A8BD-01E3DB83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AEFE2-A361-4D4D-9DB9-AE3BB6F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Write a final portfolio readiness checklist and explain how you would prove one evaluation judgement.</a:t>
            </a:r>
          </a:p>
        </p:txBody>
      </p:sp>
    </p:spTree>
    <p:extLst>
      <p:ext uri="{BB962C8B-B14F-4D97-AF65-F5344CB8AC3E}">
        <p14:creationId xmlns:p14="http://schemas.microsoft.com/office/powerpoint/2010/main" val="2092776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0D53A-B12B-4759-9855-AABC4406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7D106-F56F-42A3-8F6B-C1859365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37D19-A8CB-47C9-865A-FC83D52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Textiles as Gifts: a teacher-approved extension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726C0-5D38-41E8-B807-2A37881C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1CA84-E3AF-4382-B6C4-82E6CE8D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9F9FA-C0F4-4E07-B3FB-E3B74105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5C698-7B34-4D4F-AB20-39047B3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BCD3C-5CDA-42B4-BA98-9331EB0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D20CA-DCC4-4DCE-8943-15B0E78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source outline names Textiles as Gifts as a free-choice practical destination.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It provides the context but not one controlling project plan.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A gift brief identifies recipient, need and criteria.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These facts guide a purposeful design decision.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teacher approves the idea and practical method.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Local resources, safety and feasibility must be confirmed.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7A846-E603-4AD6-8658-3795A11B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4bb19166541ad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FF69F-6BC3-4EE1-B0C2-BEE5610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EB9D7-3968-4C42-A275-AB00459A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140E0-348A-4151-B15F-A390E2F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1C4A3A-D21A-4BD4-B475-AAE5D073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Draft a brief for a textiles gift, including the recipient, need, three criteria and the questions the teacher must confirm.</a:t>
            </a:r>
          </a:p>
        </p:txBody>
      </p:sp>
    </p:spTree>
    <p:extLst>
      <p:ext uri="{BB962C8B-B14F-4D97-AF65-F5344CB8AC3E}">
        <p14:creationId xmlns:p14="http://schemas.microsoft.com/office/powerpoint/2010/main" val="9045457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731B2-02FC-4B5A-9265-65346A80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691D-06D1-4A64-8CA4-8D44105C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CCF7A-DA38-4560-9B0C-EDD1036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D318D-ECC8-4040-AE55-2A2C8C6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5274E-1FC2-431B-90B7-1469F14E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A0EF5-B0F8-461C-8F5D-AE092396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A2BCD-FCE5-4A62-8B43-F2CED2D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E7613-53BD-4598-B6FB-0CA5AFAF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5CAD0-A886-405F-B248-79A55FF8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Revision across the three areas of study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451B1-CF33-41DF-99D2-BD9094A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revision across the three areas of study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BAB67-10A5-4DBA-845C-F8879B51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684B7-8C4E-4E65-AD48-8AF9253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C75ED-E435-44A6-8E35-4934474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Final evaluation and portfolio readiness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C18E7-1141-4C66-A450-01511C2C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final evaluation and portfolio readiness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1DD28-45AA-4ECE-A3A4-ECF366D0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6E21F-DD61-49F2-856E-25321EF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8F03A4-8418-4D78-B4B0-F682EC36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4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Textiles as Gifts: a teacher-approved extension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6F6859-D395-487E-88C4-A8B10AF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textiles as gifts: a teacher-approved extension?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4BA89-E15E-4969-ACDD-31EBB02C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1181307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1D5699-FC03-460B-A9FE-93A4770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95EA7-AD03-4660-8FC0-8E92152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EA115-AB89-42C8-AE89-FF84F37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37DB3-4B6E-4A9C-AAA5-865172B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2CF0C-E0B1-42C4-A39B-6C2742DA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F2B03-1592-4E63-9BAE-02AA80FB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9548D-07D4-433C-803B-3F487A3D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CFE65-3397-4579-B065-D44B1A29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F5A9C-A7A4-4958-9AF4-BAA021B1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Draft a brief for a textiles gift, including the recipient, need, three criteria and the questions the teacher must confirm.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231D9-736A-4229-A166-08BE4642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2A057-D4A6-4A0F-977B-2D7641E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A031B-E8BC-4AAD-9A71-CDEAAE8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94E3D-E6E3-4C42-A9E0-C1865F4B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15A15-EBFB-4237-A2F3-E17760EB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5A48F-44EC-4403-9965-300600F4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FE16F-610A-45E9-BCC0-08C0A25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C261E-903A-4602-939F-B9C3ECCE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FEE3C-7638-41C2-9F7D-7C83A7F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D1391-C17F-40E7-BB85-0C2326D1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75737-BC04-400E-9AB9-30DD454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F6D70-401D-4CB7-8ED6-EFE4CA4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AEA15-3C51-48CD-A297-C2DBCD5C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7DB25-FFF5-453D-83D3-87568FA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C948C-16A4-4D9A-8E56-C5DAFF8F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E59B3-2831-4AC6-93D2-3AA6A268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4AE7A-4634-42FB-974B-EC4E6D7C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6766788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3A80B-A78F-4A2F-B9B6-398EB3C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04951-0698-4370-AB41-71092BF9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75AC-1EBE-45B7-BE3B-764976C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BE934-5A7D-43A2-A6CF-6B262725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76B84-84E8-4387-BDF2-527347DC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95297-1137-487D-95B9-033F0F0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F1476-CFB8-4CDE-9726-B70532B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6F8E7-43FB-4A2D-9201-129376F4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3D599-D73A-4EBE-956F-0217F8D7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5A9AB-58CD-46E8-9824-7948450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CCBDF-B429-4431-AADC-FC2F846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0C661-526E-4176-83C2-E1CF1C8A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247D6-2E3F-4AF9-9DEC-93AF6EBE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69856-4FA8-4683-833F-3678011C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4DD1E-BA35-4E2C-9468-57313FC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20109-8EBC-4ED5-AFA6-D51EE1D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DD75D-9E1D-4988-922E-E83347A0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Revision map, final project evaluation and a brief for a teacher-approved textiles gift.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DDA6A-50AC-4E1A-942D-B7202054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71930-2548-4D0B-9A94-06236878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00C90-496E-4741-9A98-27000F0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37B3C-5818-4E72-B9FB-BB9019B7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7893003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2026-08-18T02:10:08.1230000Z</dcterms:created>
  <dcterms:modified xsi:type="dcterms:W3CDTF">2026-08-18T02:10:08.1230000Z</dcterms:modified>
</coreProperties>
</file>