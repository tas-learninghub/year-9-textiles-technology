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ed23600cb24f37" /><Relationship Type="http://schemas.openxmlformats.org/officeDocument/2006/relationships/extended-properties" Target="/docProps/app.xml" Id="Rca7430d2a4494b9f" /><Relationship Type="http://schemas.openxmlformats.org/officeDocument/2006/relationships/officeDocument" Target="/ppt/presentation.xml" Id="R24859475b5cc40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e89831e31483d"/>
  </p:sldMasterIdLst>
  <p:notesMasterIdLst>
    <p:notesMasterId xmlns:r="http://schemas.openxmlformats.org/officeDocument/2006/relationships" r:id="R65196686151c4c21"/>
  </p:notesMasterIdLst>
  <p:sldIdLst>
    <p:sldId xmlns:r="http://schemas.openxmlformats.org/officeDocument/2006/relationships" id="256" r:id="R3c27c7b348194653"/>
    <p:sldId xmlns:r="http://schemas.openxmlformats.org/officeDocument/2006/relationships" id="257" r:id="R010aed6d07da426d"/>
    <p:sldId xmlns:r="http://schemas.openxmlformats.org/officeDocument/2006/relationships" id="258" r:id="R6337426ff6564671"/>
    <p:sldId xmlns:r="http://schemas.openxmlformats.org/officeDocument/2006/relationships" id="259" r:id="Rc2020be2f42244f3"/>
    <p:sldId xmlns:r="http://schemas.openxmlformats.org/officeDocument/2006/relationships" id="260" r:id="Rc157ece5cfb541c1"/>
    <p:sldId xmlns:r="http://schemas.openxmlformats.org/officeDocument/2006/relationships" id="261" r:id="Rf2473451944240ae"/>
    <p:sldId xmlns:r="http://schemas.openxmlformats.org/officeDocument/2006/relationships" id="262" r:id="Rccb9f3fba7e44b3e"/>
    <p:sldId xmlns:r="http://schemas.openxmlformats.org/officeDocument/2006/relationships" id="263" r:id="R4f00e684e1eb45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6658abf594f8b" /><Relationship Type="http://schemas.openxmlformats.org/officeDocument/2006/relationships/slideMaster" Target="/ppt/slideMasters/slideMaster1.xml" Id="Rf57e89831e31483d" /><Relationship Type="http://schemas.openxmlformats.org/officeDocument/2006/relationships/notesMaster" Target="/ppt/notesMasters/notesMaster1.xml" Id="R65196686151c4c21" /><Relationship Type="http://schemas.openxmlformats.org/officeDocument/2006/relationships/presProps" Target="/ppt/presProps.xml" Id="R911f30d515444eee" /><Relationship Type="http://schemas.openxmlformats.org/officeDocument/2006/relationships/tableStyles" Target="/ppt/tableStyles.xml" Id="Rb739dd6ca5904b96" /><Relationship Type="http://schemas.openxmlformats.org/officeDocument/2006/relationships/slide" Target="/ppt/slides/slide1.xml" Id="R3c27c7b348194653" /><Relationship Type="http://schemas.openxmlformats.org/officeDocument/2006/relationships/slide" Target="/ppt/slides/slide2.xml" Id="R010aed6d07da426d" /><Relationship Type="http://schemas.openxmlformats.org/officeDocument/2006/relationships/slide" Target="/ppt/slides/slide3.xml" Id="R6337426ff6564671" /><Relationship Type="http://schemas.openxmlformats.org/officeDocument/2006/relationships/slide" Target="/ppt/slides/slide4.xml" Id="Rc2020be2f42244f3" /><Relationship Type="http://schemas.openxmlformats.org/officeDocument/2006/relationships/slide" Target="/ppt/slides/slide5.xml" Id="Rc157ece5cfb541c1" /><Relationship Type="http://schemas.openxmlformats.org/officeDocument/2006/relationships/slide" Target="/ppt/slides/slide6.xml" Id="Rf2473451944240ae" /><Relationship Type="http://schemas.openxmlformats.org/officeDocument/2006/relationships/slide" Target="/ppt/slides/slide7.xml" Id="Rccb9f3fba7e44b3e" /><Relationship Type="http://schemas.openxmlformats.org/officeDocument/2006/relationships/slide" Target="/ppt/slides/slide8.xml" Id="R4f00e684e1eb45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1bce6c059140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d6debbe0c4015" /><Relationship Type="http://schemas.openxmlformats.org/officeDocument/2006/relationships/notesMaster" Target="/ppt/notesMasters/notesMaster1.xml" Id="R38af6de915c348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1892ff17be4325" /><Relationship Type="http://schemas.openxmlformats.org/officeDocument/2006/relationships/notesMaster" Target="/ppt/notesMasters/notesMaster1.xml" Id="R4960f15a1f7f4b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87ad1f4582482e" /><Relationship Type="http://schemas.openxmlformats.org/officeDocument/2006/relationships/notesMaster" Target="/ppt/notesMasters/notesMaster1.xml" Id="R93f85b1b51be40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f910ed33ad4fb4" /><Relationship Type="http://schemas.openxmlformats.org/officeDocument/2006/relationships/notesMaster" Target="/ppt/notesMasters/notesMaster1.xml" Id="Rcf623d7f2c824b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f0a27e26b4580" /><Relationship Type="http://schemas.openxmlformats.org/officeDocument/2006/relationships/notesMaster" Target="/ppt/notesMasters/notesMaster1.xml" Id="R41b1af295b9d47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9916479cd54bdb" /><Relationship Type="http://schemas.openxmlformats.org/officeDocument/2006/relationships/notesMaster" Target="/ppt/notesMasters/notesMaster1.xml" Id="R4dd0e7a2d2054f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c07f726d064899" /><Relationship Type="http://schemas.openxmlformats.org/officeDocument/2006/relationships/notesMaster" Target="/ppt/notesMasters/notesMaster1.xml" Id="R14ba1e1dd5c349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37cdeb0d26484d" /><Relationship Type="http://schemas.openxmlformats.org/officeDocument/2006/relationships/notesMaster" Target="/ppt/notesMasters/notesMaster1.xml" Id="R2b22a06bad464f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3, module summary and evidence sequence.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assets/visuals/textiles-course-hero.svg,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State the module purpose. Ask students which part of the topic feels familiar and which part is new.</a:t>
            </a:r>
          </a:p>
          <a:p xmlns:a="http://schemas.openxmlformats.org/drawingml/2006/main">
            <a:r>
              <a:t>Slide 1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3, all three section titles and first facts.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assets/visuals/design-elements.svg,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Give students 30 seconds of silent retrieval, then connect their responses to the three-part learning map.</a:t>
            </a:r>
          </a:p>
          <a:p xmlns:a="http://schemas.openxmlformats.org/drawingml/2006/main">
            <a:r>
              <a:t>Slide 2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3, Section 1: Target markets and nightwear needs.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assets/visuals/designer-market.svg,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3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3, Section 2: Reading a commercial pattern.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assets/visuals/pattern-symbols.svg,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4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3, Section 3: Developing and selecting design ideas.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assets/visuals/evaluation-cycle.svg,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5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3, retrieval questions generated from the first fact in each section.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Keep the first attempt closed-book. Accuracy improves when students check and visibly correct the response afterwards.</a:t>
            </a:r>
          </a:p>
          <a:p xmlns:a="http://schemas.openxmlformats.org/drawingml/2006/main">
            <a:r>
              <a:t>Slide 6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3, Section 3 evidence prompt plus the course response scaffold.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Model the four-step process aloud. Students should be able to point to the fact and the explanation in their finished response.</a:t>
            </a:r>
          </a:p>
          <a:p xmlns:a="http://schemas.openxmlformats.org/drawingml/2006/main">
            <a:r>
              <a:t>Slide 7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3, module evidence summary and student next step.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Collect a brief spoken or written exit response. Remind students that the website and teacher directions control the practical next step.</a:t>
            </a:r>
          </a:p>
          <a:p xmlns:a="http://schemas.openxmlformats.org/drawingml/2006/main">
            <a:r>
              <a:t>Slide 8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2cc70027940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4e055d3ba546cd" /><Relationship Type="http://schemas.openxmlformats.org/officeDocument/2006/relationships/slideLayout" Target="/ppt/slideLayouts/slideLayout1.xml" Id="Rfcb68fb87d4747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68fb87d4747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7be53c0084d83" /><Relationship Type="http://schemas.openxmlformats.org/officeDocument/2006/relationships/image" Target="/ppt/media/image.png" Id="Ra5480be3266e4bca" /><Relationship Type="http://schemas.openxmlformats.org/officeDocument/2006/relationships/notesSlide" Target="/ppt/notesSlides/notesSlide1.xml" Id="R9022546efcc747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a7fd47e4a4960" /><Relationship Type="http://schemas.openxmlformats.org/officeDocument/2006/relationships/image" Target="/ppt/media/image2.png" Id="R95e857c0410f40c6" /><Relationship Type="http://schemas.openxmlformats.org/officeDocument/2006/relationships/notesSlide" Target="/ppt/notesSlides/notesSlide2.xml" Id="R41f9680af80f42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7e1107ac5485d" /><Relationship Type="http://schemas.openxmlformats.org/officeDocument/2006/relationships/image" Target="/ppt/media/image3.png" Id="R5c7068f285ce46e3" /><Relationship Type="http://schemas.openxmlformats.org/officeDocument/2006/relationships/notesSlide" Target="/ppt/notesSlides/notesSlide3.xml" Id="R1a61cbace8a744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6754ac7a8407c" /><Relationship Type="http://schemas.openxmlformats.org/officeDocument/2006/relationships/image" Target="/ppt/media/image4.png" Id="R6f3df17060854f3c" /><Relationship Type="http://schemas.openxmlformats.org/officeDocument/2006/relationships/notesSlide" Target="/ppt/notesSlides/notesSlide4.xml" Id="Rd3095632b37840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b67ec91294fc2" /><Relationship Type="http://schemas.openxmlformats.org/officeDocument/2006/relationships/image" Target="/ppt/media/image5.png" Id="R2ef07c5a46d44d4d" /><Relationship Type="http://schemas.openxmlformats.org/officeDocument/2006/relationships/notesSlide" Target="/ppt/notesSlides/notesSlide5.xml" Id="R90bbc59c3aa946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611c4db9642d2" /><Relationship Type="http://schemas.openxmlformats.org/officeDocument/2006/relationships/notesSlide" Target="/ppt/notesSlides/notesSlide6.xml" Id="R26cfde80390447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abb53cc604ea6" /><Relationship Type="http://schemas.openxmlformats.org/officeDocument/2006/relationships/notesSlide" Target="/ppt/notesSlides/notesSlide7.xml" Id="R1f4ebe2ecb8e40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c7fedc8da410f" /><Relationship Type="http://schemas.openxmlformats.org/officeDocument/2006/relationships/notesSlide" Target="/ppt/notesSlides/notesSlide8.xml" Id="R4a4f523f80674a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09711-7BD7-4341-8518-5BC8589A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5AEDE-E5C8-4F23-A9CD-68FC525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40B0C-8C5E-41F0-A863-D6FCE25B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47D19-7DAD-45DF-83B2-0ADB06EA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33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YEAR 9 TEXTILES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69A67-2308-43EF-8C9A-89DD51A6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9053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Designer pyjamas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2F7A5-3AD9-4205-B40A-71B0566A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7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Translate user needs into pyjama and hoodie ideas, read commercial-pattern information and develop two labelled concepts.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8478B-6B71-45C4-A6AB-F65A4D4E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6C442-BA60-460D-8F9D-FAD1AA32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TODAY: understand → retrieve → explain → save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495C3-8E0C-4170-8C4D-2EA440B0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19150"/>
            <a:ext cx="5353050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80be3266e4bca"/>
          <a:stretch xmlns:a="http://schemas.openxmlformats.org/drawingml/2006/main"/>
        </p:blipFill>
        <p:spPr>
          <a:xfrm xmlns:a="http://schemas.openxmlformats.org/drawingml/2006/main">
            <a:off x="6381750" y="1382183"/>
            <a:ext cx="4895850" cy="3807883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CDA6C-2032-46C1-AF09-B3C3D19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8703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C82B1-C73A-4EBA-9819-2843F219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0B172-A407-41B3-A42A-107824B4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LEARNING MAP + RETRIEVAL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A3250-CCBB-4BE5-869E-A95E6C8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Three ideas to connect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DB383-FD07-45B4-ACE1-B637A972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349FA-CF6A-489A-BBB2-EAFFDA43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6DA8B-4082-4569-A2B7-B612BFDD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AD857-8153-4A55-A61A-5B62713F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3A2FD-ACAA-46A3-98D5-61F59FD6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EF1A6-F114-47CF-BB96-041DFACB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Target markets and nightwear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60AD7-0D84-4EDF-B94F-0538B928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target market is the intended group of users.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DBEC2-55BD-4458-9649-B5CF7032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9A028-3688-4D5A-86B4-4E3F0FCF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EB2C4-43E3-4B13-A679-FCA964E0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Reading a commercial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7FBEB-B6D1-4300-9C1B-827E627E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pattern envelope identifies views, sizes, fabrics and notions.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F0E27-A6E0-4E4A-B5CE-0438EB42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7630B-D62F-416D-9C14-7D65B340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C0C15-7564-4405-93B6-D9D22F48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Developing and selecting design ideas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FA768-A2F7-4017-8EE2-3678140B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Two developed ideas allow comparison before selection.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5565D-08B8-4A1B-8D01-45EC5B58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257550" cy="3276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857c0410f40c6"/>
          <a:stretch xmlns:a="http://schemas.openxmlformats.org/drawingml/2006/main"/>
        </p:blipFill>
        <p:spPr>
          <a:xfrm xmlns:a="http://schemas.openxmlformats.org/drawingml/2006/main">
            <a:off x="8496300" y="2215356"/>
            <a:ext cx="2762250" cy="1150938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0CD4B-2F45-4858-8C2A-5B60969D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RETRIEVE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11C48-1753-4983-B797-BE6C6C0A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Without notes: say one fact you already know and one question you need answered.</a:t>
            </a:r>
          </a:p>
        </p:txBody>
      </p:sp>
    </p:spTree>
    <p:extLst>
      <p:ext uri="{BB962C8B-B14F-4D97-AF65-F5344CB8AC3E}">
        <p14:creationId xmlns:p14="http://schemas.microsoft.com/office/powerpoint/2010/main" val="1698741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82376-DB58-46AF-BF2F-1C29241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5644E-F99F-45FD-94AF-7D9A01D4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97A51-CE0F-4950-8132-22E76C2F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Target markets and nightwear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CF0FD-E90D-40E3-A7E9-B82A0CEA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D5931-0C9C-45CE-9034-1DF3E8C2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23896-512B-4ABD-808E-930E18B0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9F3F7-A003-4C6B-B459-84D7499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2AB3F-E0CA-4998-862D-D9F59D26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32355-2985-41EA-97C0-A90496B6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target market is the intended group of users.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Knowing the user helps the designer make relevant choices.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Nightwear needs include comfort, movement, fit, climate and care.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item must perform during rest and routine use.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Personal style is considered alongside function.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useful design can also express the user's preferred colours and details.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03810-00A9-43B7-8BC3-00AC8F69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068f285ce46e3"/>
          <a:stretch xmlns:a="http://schemas.openxmlformats.org/drawingml/2006/main"/>
        </p:blipFill>
        <p:spPr>
          <a:xfrm xmlns:a="http://schemas.openxmlformats.org/drawingml/2006/main">
            <a:off x="6419850" y="2031206"/>
            <a:ext cx="4857750" cy="2509838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8390C-1D41-4777-80BD-808775D8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572EE-4F91-4210-B01E-34CFC9BA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6C096-7E51-4D8D-B536-4D25609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403D2-11B2-47A3-BD86-7C189F11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Create a target-market profile for a nightwear user and justify three design requirements.</a:t>
            </a:r>
          </a:p>
        </p:txBody>
      </p:sp>
    </p:spTree>
    <p:extLst>
      <p:ext uri="{BB962C8B-B14F-4D97-AF65-F5344CB8AC3E}">
        <p14:creationId xmlns:p14="http://schemas.microsoft.com/office/powerpoint/2010/main" val="657295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CE38A-0FC5-41DA-9CEB-25259492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EA325-D741-4AC1-B536-4CF068EE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0DD69-36C5-4873-979B-C29B1AFF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Reading a commercial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B6265-7F13-4522-AA1D-26E49291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996B6-D642-4C62-BDDE-1EF65F07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50EBF-04CD-46BE-B72B-D4316B5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B3AAC-37F6-4CD2-B325-00F0D6D4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E0651-EBA8-41A2-B5F9-18AF9FBD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7E575-E0FC-4847-A8F4-B0A617E9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pattern envelope identifies views, sizes, fabrics and notions.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gives the information needed before selecting and cutting materials.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grainline guides how a pattern piece aligns with the fabric grain.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Correct alignment supports expected hang and performance.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Notches help match corresponding construction points.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They support accurate alignment during assembly.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F62A9-E474-41A9-93F8-BF29DC16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df17060854f3c"/>
          <a:stretch xmlns:a="http://schemas.openxmlformats.org/drawingml/2006/main"/>
        </p:blipFill>
        <p:spPr>
          <a:xfrm xmlns:a="http://schemas.openxmlformats.org/drawingml/2006/main">
            <a:off x="91440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2133B-C70F-4C3C-8861-2FABF7C8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E4AD5-81C1-4BE3-94B7-2B5F550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7DE72-733D-48D2-AE40-A42341F7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1AD20-DD0A-4A1D-987C-8F95EEB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Explain the information you would check before cutting fabric from a commercial pattern and why it matters.</a:t>
            </a:r>
          </a:p>
        </p:txBody>
      </p:sp>
    </p:spTree>
    <p:extLst>
      <p:ext uri="{BB962C8B-B14F-4D97-AF65-F5344CB8AC3E}">
        <p14:creationId xmlns:p14="http://schemas.microsoft.com/office/powerpoint/2010/main" val="50644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D292E-96CC-449C-B15A-2854D0E3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AABE1-EA52-4598-BB98-9D4E9884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EF1F8-FC98-4EAC-B261-744BC70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Developing and selecting design ideas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E72DD-954F-4321-B702-AD2E739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D00D1-B42E-49A0-A811-10EBE34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6E86F-B122-437D-B00D-DA475D61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3939F-E411-4953-B8F8-17A0C85B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56202-4349-4F31-8BD1-03FC7B57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54DD4-03A8-4310-B4A1-EDE4D348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Two developed ideas allow comparison before selection.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Alternatives reveal different strengths, weaknesses and opportunities.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Front and back views communicate the whole garment.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Construction and design details can differ between views.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Annotations explain features, materials and construction intentions.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Labels make design thinking visible and assessable.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10A32-2905-4CD9-913E-3ADBC655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07c5a46d44d4d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4E3C9-85A1-4CEC-94EC-AB9274C9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39812-4A28-4C8F-89F3-656E7FC3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85CF8-7646-4F43-BFBF-8DC6477B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FAEB1-8A45-4821-B5B3-2E4E5698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Compare two pyjama or hoodie concepts and justify which one should be developed.</a:t>
            </a:r>
          </a:p>
        </p:txBody>
      </p:sp>
    </p:spTree>
    <p:extLst>
      <p:ext uri="{BB962C8B-B14F-4D97-AF65-F5344CB8AC3E}">
        <p14:creationId xmlns:p14="http://schemas.microsoft.com/office/powerpoint/2010/main" val="615620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5614F-5DB5-4225-A083-415578EA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893F5-E7D6-4FDC-8C38-85888F4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NO NOTES FOR THE FIRST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CA4EE-5E6B-44B8-8D16-B032240A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Retrieve before you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E8C70-27C3-48DD-9437-DEA380A6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BD9ED-9B6B-43D8-B52F-8F025500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E3BF-11E6-4A88-A5EF-59A63562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C85D0-7BC5-440F-8323-D5EE4CCB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F52A9-B33E-4E74-988B-8AEFC78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67C1D-8E58-40DA-962C-C01FCFAE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Target markets and nightwear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FD9FC-8A52-412F-AFF1-9D1614B1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Define target markets and nightwear needs in your own words and give one course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B80DF-D737-404B-B97A-471D4170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23BB5-8DDF-4053-9330-A73B176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6087B-C75B-4E8B-A97A-863B689A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Reading a commercial 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DCDB8-4E52-471B-9A8E-73965E09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Why does reading a commercial pattern matter to a successful textile outcome?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81432-678F-4217-9679-2EA9EDCB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769B7-EF88-46A3-8C4B-B77A1F7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D5195-C99D-42E2-A345-994E654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Developing and selecting design ideas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BC746-0FD5-4500-BA1D-B282C0BB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What evidence would prove you understand developing and selecting design ideas?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6D93F-3AF0-44B8-9782-248F76A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Attempt → check the module → correct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1503672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C3CEF-1F5C-49D2-AC9D-A1210EC1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C52B5-6F89-474D-B2BF-CAEB0C80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READ → SELECT → EXPLAIN →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6957D-2254-4692-96A9-5C52D801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Build one strong written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797D3-B5E6-4FBA-A286-5ADD3FBE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02935-1666-4BBC-93A4-688E26EF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45B54-736D-4A1A-9332-50C32027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10A1D-7EFB-4218-892B-31654245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86FEB-592B-4B33-8E41-F66BE08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2EA96-4D09-4DFD-9416-008568F2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5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Compare two pyjama or hoodie concepts and justify which one should be developed.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4B19D-71E9-476D-AE37-806390AD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0A4BD-DEE2-4F0F-97F5-999C2665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63E27-9167-4D89-94E3-F73EE75E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4FE7C-CD98-4C06-8A56-45304FED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Underline the action word and the exact topic.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295C1-F30E-49F8-B69B-725FE5E4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929B9-6F4C-4BAD-B9E7-C6127B02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9A70C-64AE-4109-9100-2AEA1B54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9E20B-1065-456B-8AC4-04DD93A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two or three course facts that answer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8AC37-F8CE-4298-B7EB-805ACCA6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31E06-3195-42FC-B7B1-5E949C31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96F67-6E41-4F6D-9C9E-0DF204B3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C33E2-7AA1-4F19-AC49-6261A66A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Link each fact to why it matters or what it proves.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34061-BF47-41E2-960C-CFC25E73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AF1ED-EE5F-497A-8F97-2240CC16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FCFCF-7304-4747-8B2B-8C57E329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5310F4-4241-4489-B4D4-67136964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question; correct gaps and vague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4E0318-C117-471F-8668-20FB04AC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Strong responses use evidence and reasoning—not a copied paragraph.</a:t>
            </a:r>
          </a:p>
        </p:txBody>
      </p:sp>
    </p:spTree>
    <p:extLst>
      <p:ext uri="{BB962C8B-B14F-4D97-AF65-F5344CB8AC3E}">
        <p14:creationId xmlns:p14="http://schemas.microsoft.com/office/powerpoint/2010/main" val="616254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F1692-2906-4EBB-B181-F81154FF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69FCA-732D-4470-987D-73729304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EXIT TICKET +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BF8A8-38CA-442D-BBAC-C60ECD47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Finish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BF6FE-8650-47B5-A25F-393DC3DB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6A1AC-D25B-439B-9E03-A563CC50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EB4C8-BE13-4AC3-95AF-85122B4D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E31CC-F65F-45E5-988E-8C15BF21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35DFD-B758-41AD-92D5-FD3EAD5F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C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C777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574AC-093E-489B-AF40-5875472B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9EEB8-63D4-4A26-A209-7BFAAACE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one idea you can now explain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17328-C0A1-4CC4-86DC-9AED16D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28AAE-2006-4CEB-8DC7-6E56A903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one correction you made after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C5B41-26C0-4734-ABC5-C1E0BD6B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510B7-BDB9-44A7-9471-277B1094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evidence you will save from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A7C9D-7D7E-4E68-9D64-D7E8A78D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7C846-BA06-4BA7-9C65-DA6EDD66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SAVE THIS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4ED2E-F5A5-4434-BEB8-631351C2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Target-market profile, pattern reading notes, two concepts and a selected final design.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50BE4-0D21-4C91-852B-58DC25F2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83C95-98B5-4759-A646-9BF6CFE7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11F82-0478-4BAF-9E8D-3B5C6BFE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module page, complete the evidence prompt and use teacher directions for practical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0562B-932F-43C1-90BC-F4123E7C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Explain it. Check it. Save it.</a:t>
            </a:r>
          </a:p>
        </p:txBody>
      </p:sp>
    </p:spTree>
    <p:extLst>
      <p:ext uri="{BB962C8B-B14F-4D97-AF65-F5344CB8AC3E}">
        <p14:creationId xmlns:p14="http://schemas.microsoft.com/office/powerpoint/2010/main" val="1937675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2026-08-18T02:09:48.4760000Z</dcterms:created>
  <dcterms:modified xsi:type="dcterms:W3CDTF">2026-08-18T02:09:48.4760000Z</dcterms:modified>
</coreProperties>
</file>